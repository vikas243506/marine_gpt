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2" d="100"/>
          <a:sy n="92" d="100"/>
        </p:scale>
        <p:origin x="51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4:06:11.553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4092.95313"/>
      <inkml:brushProperty name="anchorY" value="-16138.59082"/>
      <inkml:brushProperty name="scaleFactor" value="0.5"/>
    </inkml:brush>
  </inkml:definitions>
  <inkml:trace contextRef="#ctx0" brushRef="#br0">6 16 8192,'-2'-7'16110,"0"3"-14949,0-1-3414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4:06:12.280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3361.49902"/>
      <inkml:brushProperty name="anchorY" value="-15396.95508"/>
      <inkml:brushProperty name="scaleFactor" value="0.5"/>
    </inkml:brush>
  </inkml:definitions>
  <inkml:trace contextRef="#ctx0" brushRef="#br0">1 4 8192,'0'-2'16110,"0"0"-14949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19.181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4087.21387"/>
      <inkml:brushProperty name="anchorY" value="-16117.57422"/>
      <inkml:brushProperty name="scaleFactor" value="0.5"/>
    </inkml:brush>
  </inkml:definitions>
  <inkml:trace contextRef="#ctx0" brushRef="#br0">9 120 748 0 0,'-1'-5'10785'0'0,"-1"-7"-6013"0"0,-3-7 5184 0 0,5 16-12280 0 0,0 0 3775 0 0,0-1-1269 0 0,0 1 102 0 0,0 1-37 0 0,0 0-160 0 0,3 1-80 0 0,2 2 12 0 0,2 2-19 0 0,2 1 0 0 0,1 4 0 0 0,1 5 0 0 0,1 6 0 0 0,-1 4 0 0 0,0 2 0 0 0,-1 2 0 0 0,-1 0 0 0 0,-1-1 0 0 0,-2-1 0 0 0,-1-3 0 0 0,0-3 0 0 0,-2-2 0 0 0,-1-3 0 0 0,0-4 0 0 0,-1-1 0 0 0,0-3 0 0 0,0-2 0 0 0,-1-2 0 0 0,0-2 0 0 0,1 1 0 0 0,-4-1 0 0 0,0 1 0 0 0,-1-3 0 0 0,0 1 0 0 0,-2-3 0 0 0,-2-4 0 0 0,-1-3 0 0 0,-1-2-373 0 0,-1-3-58 0 0,2-3 206 0 0,0-2-954 0 0,2-1 313 0 0,3-1-332 0 0,3-2 712 0 0,2-1-1135 0 0,4 0-324 0 0,3 1 373 0 0,2 0 228 0 0,2 2 431 0 0,2 2-2617 0 0,3 4 1890 0 0,1 2 554 0 0,0 3 337 0 0,1 3 1392 0 0,1 4-1059 0 0,-2 2 712 0 0,0 3-350 0 0,-2 3 1793 0 0,0 4-1235 0 0,0 1 15 0 0,0 2 772 0 0,-1 2 338 0 0,-1 2-263 0 0,-1 2-680 0 0,-3 2-951 0 0,-1 0 891 0 0,-1 0-186 0 0,-3-1-541 0 0,-1 0 1906 0 0,-2-2-1097 0 0,-1-2 601 0 0,-1-2-1535 0 0,-1-2 435 0 0,0-2-201 0 0,-3 4 7504 0 0,1-6-8582 0 0,2-4 1070 0 0,-1-1 0 0 0,-1 0 0 0 0,1-2 0 0 0,1-3 0 0 0,-1-2 0 0 0,2-2 0 0 0,0-4-258 0 0,3-2 404 0 0,3-4-461 0 0,2-1 827 0 0,4 0-929 0 0,3-1 624 0 0,0 3-522 0 0,1 1-311 0 0,0 4 1068 0 0,0 3-618 0 0,-2 2 1102 0 0,0 3-1179 0 0,0 3 380 0 0,-2 3-127 0 0,-3 0 0 0 0,2 2 0 0 0,-2 2 0 0 0,1 4-68 0 0,-2 2-303 0 0,-1 3-395 0 0,-2 3 39 0 0,0 4 354 0 0,-3 1-838 0 0,0 3-359 0 0,-1 0 270 0 0,-2 2-829 0 0,0-3 1588 0 0,0-4-8246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19.514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5379.75195"/>
      <inkml:brushProperty name="anchorY" value="-16974.04688"/>
      <inkml:brushProperty name="scaleFactor" value="0.5"/>
    </inkml:brush>
  </inkml:definitions>
  <inkml:trace contextRef="#ctx0" brushRef="#br0">67 43 4720 0 0,'-5'4'8566'0'0,"0"0"-10865"0"0,-3 1 6015 0 0,0 1-4377 0 0,0 0 5632 0 0,0 2-4048 0 0,1 1-734 0 0,1 0 3828 0 0,1 1-2050 0 0,2 0-2293 0 0,1 2 757 0 0,1 0-431 0 0,0 0 0 0 0,2 0 0 0 0,2-1 0 0 0,0-3 0 0 0,3 1 0 0 0,2 0 0 0 0,4-3-745 0 0,2-2 539 0 0,3-1-880 0 0,2-2 268 0 0,4-4 43 0 0,3-2-143 0 0,1-3-956 0 0,0-2 522 0 0,-1-2 130 0 0,-1-2-141 0 0,-2 0-1191 0 0,-3 1 777 0 0,-3 1 849 0 0,-4 2 968 0 0,-2 1-4281 0 0,-3 2 5434 0 0,-1-1-1166 0 0,-3 1-180 0 0,-1 0 259 0 0,-2 2-91 0 0,-4-2-572 0 0,-3 1 755 0 0,-2 0 1053 0 0,-3 1-1854 0 0,-6-1 950 0 0,-3 0-644 0 0,-5-1 821 0 0,-2 0-929 0 0,0 1 373 0 0,0 0-562 0 0,2 2 624 0 0,2 2-45 0 0,3 1 162 0 0,2 3-324 0 0,2 0 263 0 0,5 1-88 0 0,2 2 12 0 0,3 0 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19.872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4627.5918"/>
      <inkml:brushProperty name="anchorY" value="-16226.38281"/>
      <inkml:brushProperty name="scaleFactor" value="0.5"/>
    </inkml:brush>
  </inkml:definitions>
  <inkml:trace contextRef="#ctx0" brushRef="#br0">1 19 5020 0 0,'5'-2'10669'0'0,"0"0"-13580"0"0,0 1 4436 0 0,1 0-1477 0 0,6 0 10297 0 0,-6 2-13109 0 0,-1-1 4360 0 0,1 4 1513 0 0,0 3-3980 0 0,1 2 1319 0 0,0 2-448 0 0,0 3 0 0 0,0 3 0 0 0,0 2 0 0 0,-1 1 0 0 0,0-1 0 0 0,-1 0 0 0 0,-1-1 0 0 0,-2-3 0 0 0,1-1 0 0 0,-2-3 0 0 0,0-2 0 0 0,0-3 0 0 0,0-2 0 0 0,-1-2 0 0 0,0-1 0 0 0,0 0 0 0 0,0-2 0 0 0,0 1 0 0 0,0-3 0 0 0,0-3 0 0 0,1-1 0 0 0,0-4 0 0 0,2-4 0 0 0,0-2 0 0 0,2-3 0 0 0,1 0-31 0 0,2 0-313 0 0,2 0-651 0 0,2 3 605 0 0,2 0-366 0 0,1 3-19 0 0,3 1-902 0 0,1 3 439 0 0,1 2 147 0 0,2 1-161 0 0,0 2-1123 0 0,0 4 715 0 0,-2 1 186 0 0,-1 3-152 0 0,0 1-930 0 0,-2 3 3405 0 0,-2 3-1089 0 0,-2 1 902 0 0,-3 4 378 0 0,-2 3-96 0 0,-2 2-1231 0 0,-3 3 228 0 0,-3 1-727 0 0,-2 2-197 0 0,-2 0 705 0 0,-1-1-8 0 0,1-5-9645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20.084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5790.79395"/>
      <inkml:brushProperty name="anchorY" value="-17166.875"/>
      <inkml:brushProperty name="scaleFactor" value="0.5"/>
    </inkml:brush>
  </inkml:definitions>
  <inkml:trace contextRef="#ctx0" brushRef="#br0">1 1 5628 0 0,'0'5'23882'0'0,"1"9"-27178"0"0,-1-6 3296 0 0,0 2 0 0 0,0 0 0 0 0,0 1 0 0 0,1 3 0 0 0,1 0 0 0 0,0 2 0 0 0,1 1 0 0 0,1 1 0 0 0,1 1 0 0 0,2 0-207 0 0,-2-3-8866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20.547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6546.50195"/>
      <inkml:brushProperty name="anchorY" value="-18083.99023"/>
      <inkml:brushProperty name="scaleFactor" value="0.5"/>
    </inkml:brush>
  </inkml:definitions>
  <inkml:trace contextRef="#ctx0" brushRef="#br0">1 41 4824 0 0,'0'0'0'0'0,"16"-11"3430"0"0,-3 3-1025 0 0,1 1-1235 0 0,2 2-462 0 0,1-1 673 0 0,-1 3 1440 0 0,15 2 6609 0 0,1 3-10656 0 0,2 0 2322 0 0,-3 2-1246 0 0,-3 0-555 0 0,-4 1 37 0 0,-4 0 378 0 0,-3 0-848 0 0,-3 0 1510 0 0,-1 0 841 0 0,-4 0-1543 0 0,-1 1 1952 0 0,-1-1-1973 0 0,-1 2 1010 0 0,0-1-785 0 0,-1 1 193 0 0,1 1-67 0 0,-1 2 0 0 0,0 0 0 0 0,0 1 0 0 0,0 2 0 0 0,-1 1 0 0 0,0 1 0 0 0,0 1 0 0 0,-2 1-254 0 0,0 0 580 0 0,-2-2-435 0 0,1-3 146 0 0,-3-1-1942 0 0,1-2 2468 0 0,0-3-841 0 0,-1-1-2813 0 0,1-1 3979 0 0,-1-1-1326 0 0,2-2 437 0 0,-3 1 6 0 0,1-1-1 0 0,0-1 0 0 0,-5-23-14611 0 0,10 12 14267 0 0,3-1 342 0 0,3-3-2 0 0,2 0 4 0 0,4-1-5 0 0,2-2 2 0 0,1 1-1 0 0,2 2 4 0 0,0 1-5 0 0,0 1 2 0 0,0 3-1 0 0,0 1 4 0 0,0 3-5 0 0,-1 2 6 0 0,-2 2 413 0 0,0 4-799 0 0,0 1 583 0 0,-1 3-469 0 0,-2 1 751 0 0,0 3-890 0 0,-2 1 420 0 0,0 0 20 0 0,-3 0-24 0 0,-1 2 22 0 0,-3 1-19 0 0,-1 1 15 0 0,-3-1-5 0 0,-1 1-4 0 0,-2-1 58 0 0,-1-1-17 0 0,-1 0 8 0 0,0-2 0 0 0,0-2-38 0 0,-1-1 16 0 0,0-1-6 0 0,2-3 0 0 0,-2 1 37 0 0,2-2-6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22.020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7992.54297"/>
      <inkml:brushProperty name="anchorY" value="-19063.60938"/>
      <inkml:brushProperty name="scaleFactor" value="0.5"/>
    </inkml:brush>
  </inkml:definitions>
  <inkml:trace contextRef="#ctx0" brushRef="#br0">352 489 3412 0 0,'0'0'0'0'0,"4"-16"4373"0"0,-3 4-3827 0 0,1 2 2 0 0,-2-1 4584 0 0,-1 1-5104 0 0,-7-12 10185 0 0,0 11-9473 0 0,-2 1-70 0 0,-2 1-144 0 0,-2 2-516 0 0,0 1 6 0 0,-3 2-16 0 0,-1 3 0 0 0,-3 1 0 0 0,0 2 0 0 0,-2 3 0 0 0,-2 1-86 0 0,0 3-111 0 0,0 1-550 0 0,1 3 94 0 0,2 2 37 0 0,2 3-143 0 0,3 1-1316 0 0,4 0 1418 0 0,3 0 868 0 0,3-3-387 0 0,4-3 233 0 0,4-2 2757 0 0,4-2-2739 0 0,4-3 1073 0 0,2-3 650 0 0,4-4-2215 0 0,4-4 697 0 0,3-4-390 0 0,3-4-470 0 0,0-2 26 0 0,2-2 24 0 0,-1-3-155 0 0,-1 0-814 0 0,-1-1 377 0 0,-1 0 98 0 0,-2 0-151 0 0,-2-1-1644 0 0,-1 0 1919 0 0,-4 1-147 0 0,-1 1-1186 0 0,-3-1-361 0 0,-1 0 2083 0 0,-3-1 400 0 0,-1 0-21 0 0,-1 0 156 0 0,-2-2 4 0 0,-1-1 9 0 0,-2 0 2 0 0,0 1 1 0 0,-1 2 0 0 0,0 1-19 0 0,0 4 6 0 0,0 4 1 0 0,0 3 0 0 0,1 2 9 0 0,0 4-2 0 0,0 1 1 0 0,1 2 0 0 0,0 1-19 0 0,0 0 15 0 0,0 1-10 0 0,0-1 3 0 0,0 1 3 0 0,0-1 4 0 0,0 1 184 0 0,2 16-197 0 0,4 22-3 0 0,1 19 1 0 0,3 11 3 0 0,2 3-5 0 0,3-4-3 0 0,0-8 1 0 0,0-12-1 0 0,2-12 4 0 0,0-12-10 0 0,0-9 4 0 0,-1-9 412 0 0,1-6 56 0 0,0-7-660 0 0,-1-4 439 0 0,-1-2 558 0 0,1-2-229 0 0,-2-2-766 0 0,-1 0 68 0 0,-1-1-874 0 0,-2 1 325 0 0,-2 1 248 0 0,-1 2 385 0 0,-2 3-80 0 0,-2 0 68 0 0,-1 3 9 0 0,-1 3 2 0 0,0 0 5 0 0,-4-5 6113 0 0,-4 11-3372 0 0,1 3-3830 0 0,-3 2 4456 0 0,-1 1-2692 0 0,-1 2 2649 0 0,0 1-4100 0 0,3-2 1249 0 0,1 0 2173 0 0,3-2-3418 0 0,3-1 1224 0 0,2-2-484 0 0,4-2 110 0 0,3 0-98 0 0,5-2 86 0 0,6-3-150 0 0,6-2-451 0 0,3-3-12 0 0,3 0-249 0 0,-1-1 460 0 0,0-1-868 0 0,-1 2-348 0 0,-2 0 266 0 0,-2 1-827 0 0,-2 0 1588 0 0,-2 1-1617 0 0,-2 3 377 0 0,-1 0 975 0 0,-2 1-1626 0 0,-2 2 3394 0 0,0 1-1419 0 0,-2 2 2483 0 0,-2 0-2568 0 0,0 2 2616 0 0,-2 2-1184 0 0,1 3-1060 0 0,-2 1 420 0 0,0 1 1084 0 0,-1 3-1934 0 0,-1 0 956 0 0,0 1-650 0 0,-2-1 827 0 0,1-1-930 0 0,-2-3 603 0 0,1-1 401 0 0,-1-2-710 0 0,-1-2 250 0 0,0-2-111 0 0,0-1 13 0 0,-1-2-10 0 0,0 0 6 0 0,0 0 31 0 0,5-13-7682 0 0,-3 3 7644 0 0,1-2 16 0 0,1-2-11 0 0,0-3 6 0 0,1-1 17 0 0,1-1 0 0 0,1 0-8 0 0,2 1 13 0 0,1 1-42 0 0,0 2 22 0 0,1 2-8 0 0,1 2 1 0 0,1 2 170 0 0,-1 3-205 0 0,1 1-82 0 0,0 3 596 0 0,0 3-696 0 0,-1 0 295 0 0,-3 1-96 0 0,1 3 2282 0 0,0 4-2965 0 0,-1 1 1321 0 0,-1 3 25 0 0,-1 4 12 0 0,-1 4-865 0 0,-4 2-51 0 0,-1 5-515 0 0,-3 3 38 0 0,-2 4 360 0 0,-2 2-849 0 0,-1 3 1171 0 0,-2 0-27 0 0,0 2 14 0 0,-1-2 58 0 0,-1-1-8 0 0,0-1 11 0 0,-2 0-8 0 0,0-3 7 0 0,-1 0-6 0 0,0-1 6 0 0,1 0-11 0 0,0-3-1 0 0,1 0 151 0 0,1 0 267 0 0,1-2-588 0 0,0-1-139 0 0,2-2 835 0 0,0-1-120 0 0,0-4-164 0 0,1-2 665 0 0,0-3 742 0 0,1-5-2051 0 0,-1-2 4417 0 0,-2-3-2750 0 0,-1-5 634 0 0,1-3 614 0 0,0-5-1878 0 0,1-3 1033 0 0,2-4-1982 0 0,1-4 528 0 0,2-3-231 0 0,2-3 0 0 0,3-1 0 0 0,2-3 0 0 0,5-1-147 0 0,4-3 336 0 0,6-3-515 0 0,5-2 225 0 0,6-4-519 0 0,8-4-381 0 0,7-4 102 0 0,6-3-675 0 0,5-3 761 0 0,1 0-354 0 0,1 1-473 0 0,-2 3 1024 0 0,-3 3-1441 0 0,-3 5-923 0 0,-2 5 1874 0 0,-3 3 850 0 0,-3 5 79 0 0,-3 5 138 0 0,-5 4 39 0 0,-5 4-5 0 0,-6 4 6 0 0,-6 3-1 0 0,-9 5 587 0 0,-7 2-755 0 0,-7 2 2332 0 0,-8 3-1944 0 0,-5 2 1508 0 0,-6 2-2238 0 0,-2 2 942 0 0,-2 1-764 0 0,-1 0 493 0 0,3 1-631 0 0,3-1 864 0 0,3 1-797 0 0,3 0 518 0 0,6-3-153 0 0,1 1 1957 0 0,4-1-2468 0 0,3 1 2723 0 0,2-1-2717 0 0,4 1 3778 0 0,2 1-2420 0 0,4 1 477 0 0,3 1-3 0 0,3 1-2099 0 0,4 2 1340 0 0,3 1-810 0 0,1-1 496 0 0,2 1-695 0 0,2 2 49 0 0,1-1-33 0 0,1 1-430 0 0,0 1-99 0 0,0 0-190 0 0,1 1 262 0 0,-1 0-193 0 0,-1 0-1567 0 0,-2-1 1258 0 0,-3 0 535 0 0,-3-2-787 0 0,-4-1 1889 0 0,-2-1-414 0 0,-3-1 180 0 0,-3-3 25 0 0,-2-1-2 0 0,-3 0 0 0 0,-3 1 0 0 0,-1-3 4 0 0,-4 1-5 0 0,-4-1 425 0 0,-6 1-316 0 0,-5-1 366 0 0,-4 1-992 0 0,-3 1 130 0 0,-3-1 374 0 0,0 0-25 0 0,-1 0 24 0 0,0 0 24 0 0,0 0-1 0 0,0-1-5 0 0,0 1 2 0 0,-1 0-1 0 0,0 0 0 0 0,-1 0 0 0 0,7-2-12921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23.986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9955.13281"/>
      <inkml:brushProperty name="anchorY" value="-20113.05859"/>
      <inkml:brushProperty name="scaleFactor" value="0.5"/>
    </inkml:brush>
  </inkml:definitions>
  <inkml:trace contextRef="#ctx0" brushRef="#br0">160 106 1752 0 0,'5'-7'9350'0'0,"1"-1"-10604"0"0,3-2 3521 0 0,0-1-2396 0 0,2 0 4436 0 0,-1 1-5413 0 0,4-1 8673 0 0,1 1-5859 0 0,1 1-271 0 0,0 2-1336 0 0,0 1-80 0 0,0 2-615 0 0,-1 3 826 0 0,1 3-2098 0 0,1 4 566 0 0,1 4 734 0 0,-3 4-617 0 0,-1 1-353 0 0,-2 3-586 0 0,-3 3 1050 0 0,-2 5-1773 0 0,-3 2 618 0 0,-2 0-407 0 0,-3-1 1499 0 0,-2-2 1241 0 0,-2 0-273 0 0,-2-2 239 0 0,-1-2-5 0 0,-3-1 2 0 0,1-3-1 0 0,-2-2-5 0 0,-1-1 20 0 0,2-4-57 0 0,0 0 22 0 0,3-3-27 0 0,2-2 15 0 0,-8 1 11162 0 0,19-9-12046 0 0,2 0 1614 0 0,4-1 5179 0 0,4 1-6391 0 0,3 0 2423 0 0,2 2-2234 0 0,3 0 471 0 0,-1 2-214 0 0,0 3-142 0 0,-2 1 324 0 0,-1 4-380 0 0,-3 1 395 0 0,-3 1-398 0 0,-3 2 270 0 0,0 0 41 0 0,-3 0-205 0 0,-1 0-259 0 0,-2-4 461 0 0,-2 2-2234 0 0,-2-1 2724 0 0,-1 0-297 0 0,-2 0 407 0 0,-2 0 61 0 0,-3 1-977 0 0,-2 1 118 0 0,-3-1-891 0 0,-4 0 325 0 0,-4 0 255 0 0,-3-1-469 0 0,-3-2-1167 0 0,-3-1 887 0 0,-3-1 433 0 0,-1-2-1178 0 0,-1-2-317 0 0,1-1 450 0 0,0-1 867 0 0,3 0-1541 0 0,1-1 789 0 0,3-1 1926 0 0,3-1-591 0 0,3-1 318 0 0,3-1-6 0 0,3 0 1604 0 0,4 1-2061 0 0,1-1 2160 0 0,3 1-2123 0 0,-1-2 3864 0 0,2 1-4367 0 0,0-2 3950 0 0,2 1-3759 0 0,-1-1 5766 0 0,2 0-6367 0 0,1-1 5431 0 0,0 2-5077 0 0,1 1 1474 0 0,0-1 3629 0 0,1 2-5301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24.480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9069.92773"/>
      <inkml:brushProperty name="anchorY" value="-19800.53516"/>
      <inkml:brushProperty name="scaleFactor" value="0.5"/>
    </inkml:brush>
  </inkml:definitions>
  <inkml:trace contextRef="#ctx0" brushRef="#br0">1 1 3616 0 0,'4'-1'16482'0'0,"15"1"-9185"0"0,-15 2-9778 0 0,1 2 3764 0 0,-2 2-1266 0 0,0 2-17 0 0,1 2 0 0 0,-2 5 0 0 0,0 5 0 0 0,-1 4-255 0 0,0 4-405 0 0,-1 3 58 0 0,-1 3 263 0 0,0 2-811 0 0,1 1-372 0 0,-1 1 275 0 0,0 1 655 0 0,0-1-1239 0 0,0-1-310 0 0,1-2 446 0 0,1-2 835 0 0,0-4-1537 0 0,1-7-5111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24.917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9841.49805"/>
      <inkml:brushProperty name="anchorY" value="-21051.42578"/>
      <inkml:brushProperty name="scaleFactor" value="0.5"/>
    </inkml:brush>
  </inkml:definitions>
  <inkml:trace contextRef="#ctx0" brushRef="#br0">7 27 3716 0 0,'25'-26'25278'0'0,"-27"38"-28058"0"0,1-4 2780 0 0,0 2 0 0 0,-1 3 0 0 0,0 1 0 0 0,-1 2 0 0 0,1 1 0 0 0,-1 0 0 0 0,0-1 0 0 0,1-1 0 0 0,-1-1 0 0 0,1-1 0 0 0,0-1 0 0 0,1-2 0 0 0,0-1 0 0 0,0-1 0 0 0,1-3 0 0 0,2 0 0 0 0,1-1 0 0 0,3 0 0 0 0,3-1 0 0 0,2 0 0 0 0,2-1 0 0 0,2-2 0 0 0,2-1-105 0 0,1-1-688 0 0,1-1 493 0 0,0-1-301 0 0,-1 0-360 0 0,-1 0-493 0 0,-1 0 1844 0 0,-2 0-3104 0 0,-3 0 3468 0 0,-4 2-1080 0 0,5-4-4649 0 0,-4-11 16704 0 0,-14 8-12196 0 0,2 3 106 0 0,-2 0 545 0 0,-2 1-184 0 0,0 0 0 0 0,1 1 0 0 0,-1 1 0 0 0,1 2 0 0 0,1 0 0 0 0,0 1 0 0 0,0 1-1556 0 0,1 1 2029 0 0,1 2-266 0 0,0 0-300 0 0,2 3-1123 0 0,0 3 1781 0 0,1 3-908 0 0,0 4 1040 0 0,1 4-1110 0 0,0 5 401 0 0,0 4-374 0 0,0 3-881 0 0,0 2 493 0 0,1 2 323 0 0,-1 0-927 0 0,-1 1-335 0 0,0 0 802 0 0,-1-1-417 0 0,-1-1-491 0 0,0-7-8328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26.808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0695.83789"/>
      <inkml:brushProperty name="anchorY" value="-22340.51367"/>
      <inkml:brushProperty name="scaleFactor" value="0.5"/>
    </inkml:brush>
  </inkml:definitions>
  <inkml:trace contextRef="#ctx0" brushRef="#br0">368 47 2660 0 0,'1'-6'6888'0'0,"-1"0"-8560"0"0,1-2 5552 0 0,-1 0-4621 0 0,-1-7 11275 0 0,-4 13-13029 0 0,1 0 4178 0 0,-4 3 4656 0 0,-5 3-8114 0 0,-4 3 2688 0 0,-3 3-913 0 0,-5 5 0 0 0,-2 4 0 0 0,-1 5 0 0 0,0 5 0 0 0,2 4 0 0 0,1 4 0 0 0,2 3 0 0 0,3 1 0 0 0,1 2 0 0 0,3-1 0 0 0,2-1 0 0 0,2-3-299 0 0,4-1-155 0 0,2-4 220 0 0,1-2-1031 0 0,4-4 1916 0 0,2-3-1127 0 0,2-3 750 0 0,2-3-511 0 0,3-4 824 0 0,2-3-71 0 0,1-2-20 0 0,2-3-72 0 0,1-2-479 0 0,2-2 127 0 0,0-3-72 0 0,2-2 0 0 0,1-3 0 0 0,1-1 0 0 0,2-2 0 0 0,0-2-110 0 0,0-1 251 0 0,-1-1-413 0 0,-3 1 466 0 0,-2 0-479 0 0,-2 0 695 0 0,-2 2-756 0 0,-2-1 489 0 0,-3 1 4 0 0,-1 0-196 0 0,-4 1 76 0 0,-1-1-27 0 0,-3 0 0 0 0,0 3 0 0 0,-3-3 0 0 0,-4 1 0 0 0,-2 0 0 0 0,-4 0 0 0 0,-2 2 0 0 0,-3 2-8 0 0,-1 0-319 0 0,0 3-391 0 0,-1 3 43 0 0,-2 1 28 0 0,0 2-146 0 0,0 1-877 0 0,0 3 440 0 0,2 1 615 0 0,0 0-1245 0 0,3 1-307 0 0,2 0 438 0 0,3 1 256 0 0,4-3 1691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27.399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19596.57617"/>
      <inkml:brushProperty name="anchorY" value="-22080.35547"/>
      <inkml:brushProperty name="scaleFactor" value="0.5"/>
    </inkml:brush>
  </inkml:definitions>
  <inkml:trace contextRef="#ctx0" brushRef="#br0">0 195 3664 0 0,'0'0'0'0'0,"3"-13"4349"0"0,-1 1-1528 0 0,3 0-1340 0 0,0-2-768 0 0,2 0 771 0 0,2-1 1420 0 0,1 0-1887 0 0,1 0 932 0 0,1 1 416 0 0,1 1 639 0 0,-1 1-3346 0 0,1 1 1165 0 0,1 2-899 0 0,-1 1 134 0 0,1 1-58 0 0,1 2 0 0 0,0 2-109 0 0,0 0-425 0 0,-1 3 843 0 0,1 2-1753 0 0,-1 3 1095 0 0,-2 2-1636 0 0,-1 4 945 0 0,-1 3 460 0 0,-1 4-665 0 0,-3 2-1441 0 0,-1 3 1275 0 0,-2 2 514 0 0,-3 1-1425 0 0,-1 1-292 0 0,-3 0 1405 0 0,-3-1 1352 0 0,-2-1-336 0 0,-1-2 679 0 0,-2 0-799 0 0,-2-3 750 0 0,0-1-658 0 0,0-1 610 0 0,-1-2-714 0 0,2-3 561 0 0,3-3-234 0 0,0-1-265 0 0,3-3 413 0 0,2 0 632 0 0,1-2-970 0 0,4 3 3786 0 0,2-5-4523 0 0,4 2 3197 0 0,2-2-2721 0 0,3 0 5332 0 0,3-2-5207 0 0,4-2 2810 0 0,2 0-94 0 0,4-2-480 0 0,2-1-930 0 0,2-2-1107 0 0,1-1 448 0 0,3-1-591 0 0,3-2 173 0 0,2-2-289 0 0,4 0-884 0 0,2 0 494 0 0,1-2 299 0 0,-1 1-919 0 0,-8 3-9186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27.753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0955.88281"/>
      <inkml:brushProperty name="anchorY" value="-22923.60352"/>
      <inkml:brushProperty name="scaleFactor" value="0.5"/>
    </inkml:brush>
  </inkml:definitions>
  <inkml:trace contextRef="#ctx0" brushRef="#br0">162 1 5828 0 0,'0'7'23619'0'0,"-1"-2"-27665"0"0,1 2 1609 0 0,-3 11 5687 0 0,-2 6-3250 0 0,0 3 0 0 0,0 4 0 0 0,-2 2-86 0 0,1 0-478 0 0,-1 0 25 0 0,2-2-2 0 0,0-2-148 0 0,1-1-818 0 0,1-3 377 0 0,1-1 1486 0 0,1-5-296 0 0,1-2 759 0 0,2-2-1003 0 0,-1-5 313 0 0,2-1 2985 0 0,-1-3-3984 0 0,2 0 2697 0 0,0-2-2221 0 0,1-2 593 0 0,-1-1-199 0 0,2 0 0 0 0,3-3 0 0 0,2-2 0 0 0,2-1 0 0 0,3-3 0 0 0,3-1 0 0 0,0-3-119 0 0,1-1-468 0 0,0 0 25 0 0,0-2-592 0 0,-3 1 868 0 0,-1 1-1059 0 0,-3 0 1667 0 0,-2 2 131 0 0,-4 2-574 0 0,-2 0-1042 0 0,-1 2 1586 0 0,-5-1-2293 0 0,-1 2 2395 0 0,-3 1 300 0 0,-4 1-329 0 0,-3 2-57 0 0,-5 2-655 0 0,-3 1-308 0 0,-4 4-45 0 0,-2 1-8 0 0,-3 2-135 0 0,0 1-839 0 0,0 1 390 0 0,2 0 600 0 0,1 1-1190 0 0,3 1-313 0 0,1-1 420 0 0,1 1 2090 0 0,3-2-902 0 0,4-3-9861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29.847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0068.24219"/>
      <inkml:brushProperty name="anchorY" value="-22573.66211"/>
      <inkml:brushProperty name="scaleFactor" value="0.5"/>
    </inkml:brush>
  </inkml:definitions>
  <inkml:trace contextRef="#ctx0" brushRef="#br0">1 160 4972 0 0,'4'-6'11361'0'0,"2"-3"-13635"0"0,0-2 5003 0 0,1-2 98 0 0,2 0-1277 0 0,1-1-368 0 0,0 0 1383 0 0,1 0-1394 0 0,-1 1-1287 0 0,1 1 363 0 0,-1 1-247 0 0,0 3-513 0 0,0 1 100 0 0,0 1 714 0 0,0 2-1383 0 0,0 1 2188 0 0,2 2-1519 0 0,0 1 415 0 0,1 1 107 0 0,-1 2-2150 0 0,-1 1 2703 0 0,-2 0-882 0 0,1 2-3291 0 0,-2 2 2533 0 0,0 1 1136 0 0,-1 0-3292 0 0,-1 1 1935 0 0,-1 0-1396 0 0,-2 0 3568 0 0,0 1-1456 0 0,-2-1 1387 0 0,0-2-1089 0 0,-1 1 2514 0 0,-1 0-2924 0 0,1-2 940 0 0,0 1 4669 0 0,-1 1-5062 0 0,1-2 398 0 0,1 1 4092 0 0,0-1-5621 0 0,4 0 3283 0 0,2 0-2529 0 0,3 0 640 0 0,2-1-789 0 0,2-1 917 0 0,0-1-872 0 0,1-1 696 0 0,1 1-1531 0 0,2 1 784 0 0,0-1 144 0 0,0 0-1206 0 0,-1 1 526 0 0,0 0-370 0 0,-2-1 1764 0 0,-1 2-3434 0 0,-4-2 4004 0 0,0 3-6399 0 0,-2-1 7033 0 0,-1 2-5936 0 0,-2-2 5527 0 0,-2-1-1592 0 0,-1 0 356 0 0,0-1 225 0 0,-2 1-80 0 0,0 0 36 0 0,-2 1-13 0 0,-1-1 5 0 0,-2 2 1301 0 0,-1 1-1938 0 0,-2 1 892 0 0,-3 1 121 0 0,-1-1 550 0 0,-2 0-239 0 0,-1-1-878 0 0,-1 0-52 0 0,0-1-533 0 0,-1-1 43 0 0,0-2 349 0 0,-1 0-243 0 0,1-1 734 0 0,-1 0-200 0 0,1 0 86 0 0,-1-1 6 0 0,1-1-1 0 0,0 0 0 0 0,-4-1 597 0 0,0 0-1187 0 0,0 0 1067 0 0,1-1-687 0 0,0 1 532 0 0,2-2-826 0 0,2 2 661 0 0,0-1 389 0 0,2 1-972 0 0,1 0 1013 0 0,3 1-731 0 0,1 1 1257 0 0,1 0-1408 0 0,1 1 449 0 0,-6 3 7791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30.412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0823.29492"/>
      <inkml:brushProperty name="anchorY" value="-23564.71289"/>
      <inkml:brushProperty name="scaleFactor" value="0.5"/>
    </inkml:brush>
  </inkml:definitions>
  <inkml:trace contextRef="#ctx0" brushRef="#br0">0 0 2960 0 0,'6'1'26568'0'0,"2"0"-33208"0"0,3 2 9966 0 0,2 2-3326 0 0,1 4 0 0 0,2 3 0 0 0,1 6 0 0 0,0 4-72 0 0,1 4-125 0 0,-1 5-544 0 0,-1 2 96 0 0,-1 3 75 0 0,-2 1-155 0 0,-1 0-875 0 0,-3 2 443 0 0,-3-1 62 0 0,-2-1-127 0 0,-3-1-1149 0 0,-3-1 726 0 0,-3-1 801 0 0,-3 0-1537 0 0,1-8-6787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32.439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1739.94336"/>
      <inkml:brushProperty name="anchorY" value="-24839.73633"/>
      <inkml:brushProperty name="scaleFactor" value="0.5"/>
    </inkml:brush>
  </inkml:definitions>
  <inkml:trace contextRef="#ctx0" brushRef="#br0">1 19 4872 0 0,'7'0'12903'0'0,"3"1"-14571"0"0,4 0 5511 0 0,3 0-2077 0 0,4 0-675 0 0,4 0 1461 0 0,2 0-3288 0 0,5 1 816 0 0,2 0-276 0 0,2 0-622 0 0,5 0-386 0 0,4-1 174 0 0,4 0 687 0 0,5 0-1135 0 0,2-1-303 0 0,3 0 373 0 0,0 0 647 0 0,0 0-1391 0 0,-1 0-313 0 0,1-1 529 0 0,1-1 583 0 0,2 0 1576 0 0,3 0-385 0 0,2-1 260 0 0,3 1-64 0 0,-2 0 23 0 0,-1-1-14 0 0,-1 0 11 0 0,-1 1 1 0 0,-3-1 5 0 0,-3 1-5 0 0,-4-1 11 0 0,-2 1-36 0 0,-3 0 11 0 0,-4 1-5 0 0,-4 1 0 0 0,-3-1 9 0 0,-4 2 7 0 0,1 0 45 0 0,-3 0-86 0 0,-4 0 32 0 0,-4 0 403 0 0,-4 0-804 0 0,-5-1 527 0 0,-4 0-171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32.798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4437.70898"/>
      <inkml:brushProperty name="anchorY" value="-25552.15234"/>
      <inkml:brushProperty name="scaleFactor" value="0.5"/>
    </inkml:brush>
  </inkml:definitions>
  <inkml:trace contextRef="#ctx0" brushRef="#br0">0 0 6480 0 0,'3'5'22815'0'0,"1"4"-29004"0"0,4 5 9297 0 0,3 4-3108 0 0,3 7 0 0 0,0 5 0 0 0,1 4-160 0 0,-2 6-505 0 0,0 3 65 0 0,-3 1-6 0 0,-2 2-143 0 0,-2-2-860 0 0,-3 0 421 0 0,-1-1 102 0 0,-3-3-148 0 0,-1-2-1694 0 0,-2-1 1994 0 0,-1-3 1118 0 0,-2-4-145 0 0,2-6-10103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33.155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5262.83398"/>
      <inkml:brushProperty name="anchorY" value="-26919.45898"/>
      <inkml:brushProperty name="scaleFactor" value="0.5"/>
    </inkml:brush>
  </inkml:definitions>
  <inkml:trace contextRef="#ctx0" brushRef="#br0">1 116 5076 0 0,'0'0'0'0'0,"5"-14"2679"0"0,-2 4 1042 0 0,0 2-4505 0 0,2-1 3761 0 0,-1 1-3627 0 0,2 1 5624 0 0,-1 1-6222 0 0,2-1 5469 0 0,-1 0-5024 0 0,3 0 6491 0 0,0 0-6944 0 0,2 0 2995 0 0,2 1-2010 0 0,0 1 422 0 0,2 1-151 0 0,2 1 0 0 0,0 2 0 0 0,0 2 0 0 0,-1 3 0 0 0,-1 1 0 0 0,-2 4 0 0 0,-3 1 0 0 0,-2 3 0 0 0,-2 4 0 0 0,-3 3-63 0 0,-2 3-704 0 0,-2 2 504 0 0,-4 2-645 0 0,-3 2 615 0 0,-3 0-1733 0 0,-2 0 1442 0 0,-1 0-561 0 0,-2-3 58 0 0,-1-2-1692 0 0,0-1 1919 0 0,0-2-774 0 0,1-2 167 0 0,1-2 2179 0 0,1-2-1308 0 0,3-1 789 0 0,3-4-182 0 0,3 0 2313 0 0,1-3-2917 0 0,4 1 353 0 0,1-2 450 0 0,2 0 1040 0 0,5-2-1737 0 0,4 0 931 0 0,6-1-157 0 0,5-2 849 0 0,5-1-661 0 0,4-1-632 0 0,4-1 44 0 0,4-2-921 0 0,2 1 658 0 0,1-1-361 0 0,0-1-15 0 0,-9 2-9667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36.552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6397.05664"/>
      <inkml:brushProperty name="anchorY" value="-27994.74609"/>
      <inkml:brushProperty name="scaleFactor" value="0.5"/>
    </inkml:brush>
  </inkml:definitions>
  <inkml:trace contextRef="#ctx0" brushRef="#br0">1 7 4420 0 0,'5'-3'23146'0'0,"8"0"-24256"0"0,-5 2 591 0 0,2 3 796 0 0,-1 2-277 0 0,2 2 0 0 0,0 2 0 0 0,1 3 0 0 0,-1 3 0 0 0,0 3 0 0 0,-1 1 0 0 0,-1 2 0 0 0,-2 0-36 0 0,-2-1-311 0 0,-2 0 837 0 0,-1-1-653 0 0,0-2 219 0 0,-1-4-56 0 0,-1 0 0 0 0,0-4 0 0 0,-1 0 0 0 0,0-2 0 0 0,0-2 0 0 0,0-1 0 0 0,-1 0 0 0 0,0 0 0 0 0,1-1 0 0 0,-2-1 0 0 0,0 0 0 0 0,-2-3 0 0 0,1 1 0 0 0,-1-3 0 0 0,0 1 0 0 0,0-4 0 0 0,-1 0 0 0 0,1-2 0 0 0,0-1-40 0 0,1-2 91 0 0,2-2-459 0 0,1-1 825 0 0,3-1-584 0 0,1-1-136 0 0,1-1-430 0 0,2 2 42 0 0,3 1 37 0 0,0 2-148 0 0,3 1 975 0 0,0 2-4017 0 0,2 3 4079 0 0,0 1-209 0 0,1 4-599 0 0,0 2 1041 0 0,1 3-729 0 0,0 3 524 0 0,0 1-714 0 0,0 3 40 0 0,0 1 219 0 0,-1 3-670 0 0,-2 0-362 0 0,-2 1 182 0 0,-2-1 504 0 0,-2 0 589 0 0,-2-2-4342 0 0,0 0 3496 0 0,-2-1 824 0 0,0-2-264 0 0,-2-1 2199 0 0,-7 15 14823 0 0,2-31-18734 0 0,4 0 1947 0 0,2-2 0 0 0,0-3 0 0 0,3-3 0 0 0,2-1-133 0 0,2-1-102 0 0,3 1-560 0 0,1 0 99 0 0,1 3 851 0 0,1 1-2121 0 0,0 3 668 0 0,1 2-551 0 0,1 3 1314 0 0,0 1-933 0 0,0 1-872 0 0,1 4 51 0 0,0 1 1562 0 0,-1 3-1162 0 0,-1 2 1035 0 0,0 4 962 0 0,-1 3-273 0 0,-1 3 179 0 0,-2 2 2 0 0,-3 2-5 0 0,-1 2-3 0 0,-2 1 10 0 0,-2-1 255 0 0,-1 0 183 0 0,0-1-235 0 0,-1-2 378 0 0,-1-4-11628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36.886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7781.51758"/>
      <inkml:brushProperty name="anchorY" value="-29002.91797"/>
      <inkml:brushProperty name="scaleFactor" value="0.5"/>
    </inkml:brush>
  </inkml:definitions>
  <inkml:trace contextRef="#ctx0" brushRef="#br0">19 1 5628 0 0,'1'5'23265'0'0,"0"3"-29081"0"0,-1 2 8863 0 0,-1 0-2957 0 0,0 4-90 0 0,-1 2 0 0 0,1 4 0 0 0,-1 1 0 0 0,1 1 0 0 0,2 1 0 0 0,1-1 0 0 0,1-2 0 0 0,1-1 0 0 0,1-3 0 0 0,0-2 0 0 0,-1-3 0 0 0,2-2 0 0 0,3-1 0 0 0,2-4 0 0 0,0-2-782 0 0,2-3 535 0 0,0-2-876 0 0,1-1 255 0 0,0-2 1045 0 0,-1-2-2490 0 0,1-3 1758 0 0,0-1-2157 0 0,-2-2 1349 0 0,-1-2 507 0 0,0-1-759 0 0,-3 0-1006 0 0,-1 0 753 0 0,-3 2 246 0 0,-2 1 1831 0 0,-2 0-463 0 0,-2 2 273 0 0,-1 1-4 0 0,-2 0-3 0 0,-2 1 598 0 0,-2 0-125 0 0,-2 1-621 0 0,-3 1 24 0 0,-1 1-718 0 0,-2 1 1090 0 0,-2 1-374 0 0,0 2 136 0 0,1 1-2 0 0,1 2 0 0 0,1 2 37 0 0,2 0-15 0 0,1 2 7 0 0,3 0 8 0 0,1 2-30 0 0,3-1 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37.229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7032.48633"/>
      <inkml:brushProperty name="anchorY" value="-28316.24023"/>
      <inkml:brushProperty name="scaleFactor" value="0.5"/>
    </inkml:brush>
  </inkml:definitions>
  <inkml:trace contextRef="#ctx0" brushRef="#br0">0 0 5376 0 0,'5'7'24008'0'0,"-3"-2"-27980"0"0,1 1 1566 0 0,3 8 5614 0 0,-1 4-3208 0 0,0 3 0 0 0,-1 3 0 0 0,-2 0 0 0 0,0 0 0 0 0,-1-2 0 0 0,-2 0 0 0 0,0-2-354 0 0,0-3 520 0 0,0-1-1795 0 0,0-5 2159 0 0,0-2-695 0 0,1-2 223 0 0,-1-3 13 0 0,1 0 1461 0 0,0-1-1962 0 0,0-1 651 0 0,0-1-221 0 0,1 0 0 0 0,-1-1 0 0 0,0-2 0 0 0,0-1 0 0 0,1-3 0 0 0,3-3 0 0 0,2-3 0 0 0,2-4 0 0 0,2-2-110 0 0,1-3-465 0 0,0 0 251 0 0,0 2-507 0 0,0 1 228 0 0,-1 2 734 0 0,1 3-3666 0 0,-1 3 3301 0 0,1 2 126 0 0,-2 2-43 0 0,1 2-6903 0 0,-1 1 7396 0 0,1 3-2024 0 0,-2 0 1795 0 0,1 4-2713 0 0,-1 2 3326 0 0,2 5-1049 0 0,-1 3 360 0 0,-1 3-7 0 0,1 3 7 0 0,-2 3-15 0 0,0 2-1 0 0,-2 0 4 0 0,-2 0-1 0 0,-1-2 4 0 0,-2-1 4 0 0,0-5-11297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37.468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8024.60352"/>
      <inkml:brushProperty name="anchorY" value="-29350.43164"/>
      <inkml:brushProperty name="scaleFactor" value="0.5"/>
    </inkml:brush>
  </inkml:definitions>
  <inkml:trace contextRef="#ctx0" brushRef="#br0">1 1 6180 0 0,'1'5'23241'0'0,"0"3"-29665"0"0,2 2 9641 0 0,0 3-3217 0 0,1 3 0 0 0,0 3 0 0 0,-1 2 0 0 0,0 2 0 0 0,-1 3 0 0 0,-1 0-311 0 0,-1 1-389 0 0,0 1 46 0 0,-1 0 12 0 0,-1 1-141 0 0,0-1-879 0 0,0-2 440 0 0,-1-1 1511 0 0,1-2-792 0 0,-1-2 1014 0 0,0-3-66 0 0,1-2-198 0 0,0-4-249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37.889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8751.48828"/>
      <inkml:brushProperty name="anchorY" value="-30532.25977"/>
      <inkml:brushProperty name="scaleFactor" value="0.5"/>
    </inkml:brush>
  </inkml:definitions>
  <inkml:trace contextRef="#ctx0" brushRef="#br0">1 173 3916 0 0,'0'0'0'0'0,"0"-6"2641"0"0,0-1-2573 0 0,2-3 1016 0 0,1-1 587 0 0,2-1-386 0 0,0 0-176 0 0,3 1 177 0 0,0 0 1082 0 0,2 1-2852 0 0,1 0 4413 0 0,1 2-2364 0 0,-1 0 1588 0 0,4 2-557 0 0,2 0-3026 0 0,4 0 887 0 0,-1 1-457 0 0,0 1 0 0 0,-1 0 0 0 0,-1 1 0 0 0,-2 2 0 0 0,-1-1 0 0 0,-2 0 0 0 0,2-1 0 0 0,-1 1 0 0 0,-3-1 0 0 0,1 0 0 0 0,-3 0 0 0 0,0 1 0 0 0,-2 1 0 0 0,1 1 0 0 0,-3 1 0 0 0,2 2 0 0 0,-3 0 0 0 0,1 3 0 0 0,1 4 0 0 0,-1 2 0 0 0,0 5 0 0 0,-1 4 0 0 0,1 3-49 0 0,-1 3-135 0 0,0 1-802 0 0,-1 1 382 0 0,0 0-97 0 0,0-1 237 0 0,0-2-1728 0 0,0-1 1560 0 0,2-3-588 0 0,-1-1 71 0 0,-2-4 1460 0 0,1-4-425 0 0,-1-1 2422 0 0,-1-4-2901 0 0,1-1-77 0 0,-1 4 8662 0 0,2-17-10321 0 0,3-3 3337 0 0,2-4-2056 0 0,3-2 723 0 0,3-4-705 0 0,2-2 671 0 0,3-1-1016 0 0,1 0-341 0 0,0 2 312 0 0,0 2-846 0 0,-2 2 1717 0 0,0 3 678 0 0,-2 2-545 0 0,-2 2 182 0 0,-3 2 319 0 0,0 2-2317 0 0,-1 3 2024 0 0,-2 0 186 0 0,-1 3-56 0 0,-1 0 121 0 0,0 3 3472 0 0,-1 2-3676 0 0,2 2 1378 0 0,0 1 505 0 0,0 3-431 0 0,0 3-562 0 0,0 4 1227 0 0,0 1 316 0 0,-1 1-2161 0 0,-1 2 85 0 0,-1-1-123 0 0,-1-1-89 0 0,-1 1-363 0 0,-1-2 604 0 0,-2-2-262 0 0,-1-2-1213 0 0,0-1 1823 0 0,0-1-940 0 0,0-4 457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42.603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30219.73438"/>
      <inkml:brushProperty name="anchorY" value="-31559.48633"/>
      <inkml:brushProperty name="scaleFactor" value="0.5"/>
    </inkml:brush>
  </inkml:definitions>
  <inkml:trace contextRef="#ctx0" brushRef="#br0">139 1 4972 0 0,'0'14'24380'0'0,"0"-5"-28306"0"0,-1 3 1563 0 0,-4 17 5514 0 0,-3 4-3219 0 0,-3 3-125 0 0,-2 1-544 0 0,-2 1 87 0 0,1 1 100 0 0,0-1-176 0 0,0 0-1303 0 0,1-2 1416 0 0,3-2-660 0 0,0-2 110 0 0,4-3-1202 0 0,2-4 3237 0 0,4-4-1421 0 0,2-3 696 0 0,2-3 1188 0 0,3-4-1640 0 0,2-2 1907 0 0,2-4-1143 0 0,3-1 1623 0 0,3-4-1379 0 0,5-3 555 0 0,4-2-1563 0 0,2-3 981 0 0,1-1-1034 0 0,0-3 926 0 0,-2 0-843 0 0,-2-2-52 0 0,-2 0 731 0 0,-2-1-325 0 0,-3 0 576 0 0,-3 0 90 0 0,-1 1-870 0 0,-4 3 262 0 0,0 1 897 0 0,-3 2-1327 0 0,-1 0 441 0 0,-1 2-148 0 0,-2 2 0 0 0,-1 1 0 0 0,-1 0 0 0 0,-1 0 0 0 0,0 1 0 0 0,0 1 0 0 0,-3-2 0 0 0,0 0 0 0 0,-2 0 0 0 0,0 0 0 0 0,-3 0 0 0 0,-2 0 0 0 0,-1 0 0 0 0,-1 0 0 0 0,0 3-801 0 0,-1 1 551 0 0,3 0 272 0 0,2 3-90 0 0,1-1 68 0 0,2 3 1279 0 0,2-1-1644 0 0,1 4 548 0 0,2 1-335 0 0,3 2-105 0 0,1 2-113 0 0,2 2-936 0 0,2 2 826 0 0,1 2-1163 0 0,1 2 895 0 0,1 1-837 0 0,-1 0 558 0 0,0 1-262 0 0,-1-2-16 0 0,-2 1 2127 0 0,-2 1-774 0 0,-1-1-239 0 0,-1-1 0 0 0,-2 0-880 0 0,0-1 660 0 0,-1-1-367 0 0,-1-2-18 0 0,1-4-10950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42.861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31174.71289"/>
      <inkml:brushProperty name="anchorY" value="-33048.40625"/>
      <inkml:brushProperty name="scaleFactor" value="0.5"/>
    </inkml:brush>
  </inkml:definitions>
  <inkml:trace contextRef="#ctx0" brushRef="#br0">38 0 6632 0 0,'4'6'20563'0'0,"-2"-3"-23108"0"0,1 2 1569 0 0,3 5 3206 0 0,-1 2-1920 0 0,0 2-310 0 0,-2 3 0 0 0,-1 4 0 0 0,-2 2-316 0 0,-1 1-387 0 0,-1 0 40 0 0,-1 1 401 0 0,-1 0-866 0 0,-1 0-334 0 0,-1 2 259 0 0,0 1 582 0 0,-1 0-1219 0 0,-1 0-325 0 0,2-1 450 0 0,0-1 844 0 0,0-2-1535 0 0,2-3 757 0 0,1-1 1963 0 0,3-2-461 0 0,-1-5 126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43.293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30412.04297"/>
      <inkml:brushProperty name="anchorY" value="-32825.71875"/>
      <inkml:brushProperty name="scaleFactor" value="0.5"/>
    </inkml:brush>
  </inkml:definitions>
  <inkml:trace contextRef="#ctx0" brushRef="#br0">168 309 5928 0 0,'-5'4'5635'0'0,"-3"1"-5329"0"0,-6 6 2650 0 0,-2 1-1562 0 0,-2 2 1050 0 0,1 2-670 0 0,2-1-723 0 0,1 1 1481 0 0,3-1-312 0 0,1 2-2642 0 0,2 0 818 0 0,0 0-589 0 0,1-1 318 0 0,2-2-1922 0 0,1 0 1971 0 0,1-1-202 0 0,1-4 70 0 0,1-2 66 0 0,0 3-4877 0 0,1-7 3840 0 0,2 0 988 0 0,6-2 4937 0 0,-4-2-6337 0 0,3-3 796 0 0,3-3 1359 0 0,2-5-1145 0 0,2-4 50 0 0,3-2-219 0 0,1-2 289 0 0,-1-2-1361 0 0,0-2 1093 0 0,-1 1-878 0 0,-2 1 479 0 0,-3 0-238 0 0,-2 0-1057 0 0,-2 1 2971 0 0,-3 0-1594 0 0,-1-1 598 0 0,-3-3-1290 0 0,-2-2 1091 0 0,-1 0-1243 0 0,-2 1 2177 0 0,1 0-1057 0 0,0 1 457 0 0,-1 1 388 0 0,1 2 329 0 0,1-1 2119 0 0,1 3-1321 0 0,0 4-1623 0 0,0-3 12682 0 0,4 26-15806 0 0,0 3 4975 0 0,2 5-1660 0 0,0 6-125 0 0,-1 4-115 0 0,1 2-810 0 0,-1 2 658 0 0,0 1-380 0 0,0-1-14 0 0,-1-1-1353 0 0,1-1 965 0 0,-1 0 450 0 0,0 0-688 0 0,1-2-928 0 0,0-1 653 0 0,0 1 184 0 0,1-2-146 0 0,-1-4-9856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7T14:06:44.240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31177.79297"/>
      <inkml:brushProperty name="anchorY" value="-33661.14844"/>
      <inkml:brushProperty name="scaleFactor" value="0.5"/>
    </inkml:brush>
  </inkml:definitions>
  <inkml:trace contextRef="#ctx0" brushRef="#br0">90 98 6180 0 0,'-5'6'23126'0'0,"-7"8"-26218"0"0,3-4 3092 0 0,-1 0 0 0 0,0 0 0 0 0,0-1 0 0 0,2-2 0 0 0,-1-1 0 0 0,3-1 0 0 0,1-2 0 0 0,2-1 0 0 0,1-1 0 0 0,1-1 0 0 0,1 0 0 0 0,1 0 0 0 0,1-3 0 0 0,0 0 0 0 0,4-3 0 0 0,3-2 0 0 0,4-1 0 0 0,2 0 0 0 0,3 0-230 0 0,0 1 131 0 0,0 0 150 0 0,-1 1-2137 0 0,-1 1 1901 0 0,-2 2-792 0 0,-3 2 1148 0 0,-1 0-284 0 0,-2 2 133 0 0,5 2-5546 0 0,-8-1 4437 0 0,2 6-3981 0 0,-4 0 4656 0 0,-1-2 266 0 0,1 3-620 0 0,-1-1 1042 0 0,-1-2-371 0 0,-1 20 17777 0 0,0-31-19074 0 0,0 1 1394 0 0,1-2 0 0 0,0-3 0 0 0,2-1 0 0 0,-1 2 0 0 0,1-1-2249 0 0,0 0 2212 0 0,0 1-76 0 0,0 0-3085 0 0,0 3 4104 0 0,-1 1-1331 0 0,2 0 440 0 0,-1 1 11 0 0,4 1 5887 0 0,-4 3-7593 0 0,2 5 1745 0 0,-1 1-290 0 0,0 2-881 0 0,1 4 1658 0 0,1 5-1188 0 0,-1 5 420 0 0,0 3-234 0 0,0 5-361 0 0,-2 3 215 0 0,0 3-949 0 0,-2 1 823 0 0,0 2-829 0 0,-2 0 537 0 0,-1 0-248 0 0,-2-1-1140 0 0,-1 0 724 0 0,-2 0 942 0 0,0-1 736 0 0,-1 0-119 0 0,-1 0 147 0 0,0 1-14 0 0,0 1 8 0 0,0-1-7 0 0,0 0 11 0 0,1 0-8 0 0,0-3 12 0 0,0-1-8 0 0,0-3 3 0 0,1-5-6 0 0,0-4-3 0 0,1-4 420 0 0,1-3-540 0 0,1-5 180 0 0,-1 0 8385 0 0,4-14-9596 0 0,1-3 1989 0 0,0-4 3908 0 0,2-6-4448 0 0,2-7-260 0 0,1-5 641 0 0,2-3-1084 0 0,1-2 186 0 0,1-1-207 0 0,1-1-649 0 0,3 2 196 0 0,2-1 58 0 0,1 1-981 0 0,3-2 954 0 0,3-2-909 0 0,4-2 1137 0 0,4-1-1446 0 0,5-1-307 0 0,5-2 1549 0 0,2 1 787 0 0,2 0-163 0 0,0 2 192 0 0,0 4-5 0 0,-3 1-3 0 0,-3 3 5 0 0,-3 2-1 0 0,-3 4 0 0 0,-3 2-5 0 0,-5 3 6 0 0,-3 3 408 0 0,-3 2 54 0 0,-5 2 511 0 0,-2 2-715 0 0,-5 3-248 0 0,-3 1 2833 0 0,-1 2-3642 0 0,-9-8 8820 0 0,1 13-10206 0 0,-1 1 6647 0 0,-2 1-5432 0 0,-2 3 2275 0 0,-4 1-1547 0 0,-2 2 356 0 0,-2 1-119 0 0,-1 2 0 0 0,1 1 0 0 0,1-1 0 0 0,3 1 0 0 0,3 1 0 0 0,2 0 0 0 0,3 0 0 0 0,3-2 0 0 0,4 1 0 0 0,3 0 0 0 0,3 0 0 0 0,2-1 0 0 0,2 1 0 0 0,3 1 0 0 0,3 0-268 0 0,1-1-379 0 0,2 0 3 0 0,1 1 310 0 0,1 0-787 0 0,0 0-354 0 0,-1 1 235 0 0,1 1 610 0 0,-3-2-1190 0 0,-1 0 2225 0 0,-1 0-5573 0 0,-1-1 5444 0 0,-1 0-388 0 0,-2-1 599 0 0,-3-1-656 0 0,-1 1 1986 0 0,-2-3-2307 0 0,-3 2 735 0 0,-2 5 6152 0 0,-3-8-8225 0 0,-3 2 7399 0 0,-2 1-5266 0 0,-3 1-107 0 0,-2 0-557 0 0,-1 0 1121 0 0,-2-1-1003 0 0,0 0 254 0 0,0 0-240 0 0,0 0-759 0 0,1-1 1250 0 0,0 0-1963 0 0,0-1 1255 0 0,1-1-1746 0 0,1-2 2703 0 0,1-1-3455 0 0,1-1 3697 0 0,-1 0-94 0 0,1-1-196 0 0,-1 0-686 0 0,0-2 382 0 0,3 1-185 0 0,-2-4 2671 0 0,2-2-3470 0 0,1-3 976 0 0,2-1-1140 0 0,2-3 605 0 0,3-2-357 0 0,1-2-20 0 0,1 2-12575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952F5-3917-216A-F7BB-FAFCD6BE0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95BD1-40DA-7980-F4AC-F0D598FF4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86A2C-2AFD-6A55-690E-6141496CD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FC7E-508D-4BF9-AE5F-B69CE3B97BE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A337C-4BB0-9D54-D289-FDC64FE4B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75041-6D77-30B1-B10C-DB369E4B6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8743-0967-4DB0-B8C7-A06E39771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17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D035E-4AAD-E36B-5D10-320637A0A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7D7C7-A9B1-D458-8E23-AE145AD7D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171D7-FE31-9239-A45F-C19C21C08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FC7E-508D-4BF9-AE5F-B69CE3B97BE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F2DEA-EE9C-EE54-EC71-51A76073E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8EEDB-C1C2-C9D4-8F82-852F4897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8743-0967-4DB0-B8C7-A06E39771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6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7044B-197C-8C2A-7F79-BE515F34D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AC1CC-2650-419D-9241-ADDA3A5A7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5A617-AB9B-BEB5-0AB0-F7324AA0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FC7E-508D-4BF9-AE5F-B69CE3B97BE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FA5A0-6020-17A0-6758-90C102066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22A11-0C84-C1F3-8C5A-0432D8E54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8743-0967-4DB0-B8C7-A06E39771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917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9E37-414B-9467-E301-222B2911C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0FAFE-B167-9213-B3EB-F1E03ECB1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10406-3989-4899-A0E0-EB21998BC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682C3-E3A9-E4E0-0CBE-59CC2B77F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FC7E-508D-4BF9-AE5F-B69CE3B97BE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82B02-DD13-A409-8D1F-41E63375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EEA6D-BE7D-DADA-AE7D-EFF261948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8743-0967-4DB0-B8C7-A06E39771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57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CD1F-3866-26AD-87DA-13C8C22A4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4C74A-9492-E723-6ABD-77CCFD87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2166AA-B336-CBDE-712F-BFE69EEE5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482962-0AE8-4E24-D25E-F32D77478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2091CC-3D0D-45DA-73D4-6C5DCBED66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B239B8-941F-C4A2-A47A-C7408537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FC7E-508D-4BF9-AE5F-B69CE3B97BE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22A710-B6A0-EF7F-0D98-E138A52E9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A9562E-FDD5-6AF2-05B8-7EC4A8D6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8743-0967-4DB0-B8C7-A06E39771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9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3EEE-0050-C3CB-B1B7-F6A91F8FD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E444D5-AD06-1C99-16D6-D948266CA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FC7E-508D-4BF9-AE5F-B69CE3B97BE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2A8EF-7EF5-B539-D68B-248A758E0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3FE9E-16A6-311D-3039-DE1023EB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8743-0967-4DB0-B8C7-A06E39771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82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0F9E67-B287-11B6-D5D8-E9CDDA7D5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FC7E-508D-4BF9-AE5F-B69CE3B97BE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0B5DEC-58F0-2F63-D1B5-91B9E975D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AA5BA-5D3F-2791-0E78-A0E3915A8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8743-0967-4DB0-B8C7-A06E39771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28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D4A55-F701-1856-15BC-A5117CDA7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15C6F-7C30-F867-03B6-AA282CDD6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F2C070-9A9D-ECC3-BFEC-EB4DCA8B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08785-15B2-475C-240F-2B85E5A49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FC7E-508D-4BF9-AE5F-B69CE3B97BE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FBF88-2F8D-9C38-2DD1-C0E526DB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F0B21-05EE-0532-0D51-190D7A4A9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8743-0967-4DB0-B8C7-A06E39771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1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2229-95BF-F308-2975-3A280E525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E5F26C-0589-E892-C4DD-EF9EC54868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97D1C-70E9-CC38-B75B-3A78A4355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63C47-2B94-D5FF-BC16-1ADC52C6C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FC7E-508D-4BF9-AE5F-B69CE3B97BE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571CE-4766-E347-B311-48AA1C50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AC087-B740-9BE7-1A29-0A9EACB58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8743-0967-4DB0-B8C7-A06E39771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93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6891B-5688-A518-934D-92BEF21EC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C16E8-2B1A-135B-A4AB-A0D785307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16E66-AD1D-2845-AFAE-B652C8947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FC7E-508D-4BF9-AE5F-B69CE3B97BE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2D4F7-1C51-8CDE-D034-28593BA74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2C110-A4CE-B332-2AA8-6EB2538C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8743-0967-4DB0-B8C7-A06E39771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4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A738A7-F052-8218-96DA-F579423E3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E5BC7-B1DB-B4EE-080A-DF96081AF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8F12F-6CAD-2713-B2A4-44210C2AE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2FC7E-508D-4BF9-AE5F-B69CE3B97BE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9952D-C0B8-7EA5-2DCC-52BA5A5D8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6F099-DB66-9B02-47D5-14731BB1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8743-0967-4DB0-B8C7-A06E39771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43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D4E0CC-5B51-DCF9-DAB1-87FE7406D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9E5A6-1FBB-9467-A475-0F5D4E893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37FCB-E413-A0AB-7AF8-90BC89D40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A2FC7E-508D-4BF9-AE5F-B69CE3B97BE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39EAE-04ED-BFAD-A969-0DC6C0E19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280A6-E84C-3FBB-F1CD-D49128092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C8743-0967-4DB0-B8C7-A06E39771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094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8.png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0.png"/><Relationship Id="rId5" Type="http://schemas.openxmlformats.org/officeDocument/2006/relationships/customXml" Target="../ink/ink2.xml"/><Relationship Id="rId19" Type="http://schemas.openxmlformats.org/officeDocument/2006/relationships/customXml" Target="../ink/ink9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56" Type="http://schemas.openxmlformats.org/officeDocument/2006/relationships/image" Target="../media/image29.png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54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6234FB-5BF1-891C-2C29-B69E51836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44" y="-1"/>
            <a:ext cx="10210172" cy="595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847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26AD66-4CEE-9CC7-29C6-DD71BC0FCD56}"/>
              </a:ext>
            </a:extLst>
          </p:cNvPr>
          <p:cNvSpPr txBox="1"/>
          <p:nvPr/>
        </p:nvSpPr>
        <p:spPr>
          <a:xfrm>
            <a:off x="380010" y="391886"/>
            <a:ext cx="5991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class 2 </a:t>
            </a:r>
            <a:r>
              <a:rPr lang="en-US" dirty="0" err="1"/>
              <a:t>coc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40799C-E077-8B82-7CB0-BF7842DA9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32" y="1100200"/>
            <a:ext cx="7687802" cy="19536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548FFC1-AFFF-06BD-ABCF-4F4FC08A4F09}"/>
                  </a:ext>
                </a:extLst>
              </p14:cNvPr>
              <p14:cNvContentPartPr/>
              <p14:nvPr/>
            </p14:nvContentPartPr>
            <p14:xfrm>
              <a:off x="8190893" y="3060009"/>
              <a:ext cx="2520" cy="6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548FFC1-AFFF-06BD-ABCF-4F4FC08A4F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81893" y="3051009"/>
                <a:ext cx="2016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A4292D6-1AF4-1367-B293-45BE5018F4B9}"/>
                  </a:ext>
                </a:extLst>
              </p14:cNvPr>
              <p14:cNvContentPartPr/>
              <p14:nvPr/>
            </p14:nvContentPartPr>
            <p14:xfrm>
              <a:off x="9237413" y="3353409"/>
              <a:ext cx="360" cy="1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A4292D6-1AF4-1367-B293-45BE5018F4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28773" y="3344409"/>
                <a:ext cx="18000" cy="1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A57A482E-B879-524B-C47C-7EB2360F9B97}"/>
              </a:ext>
            </a:extLst>
          </p:cNvPr>
          <p:cNvGrpSpPr/>
          <p:nvPr/>
        </p:nvGrpSpPr>
        <p:grpSpPr>
          <a:xfrm>
            <a:off x="8924213" y="619929"/>
            <a:ext cx="930600" cy="208800"/>
            <a:chOff x="8924213" y="619929"/>
            <a:chExt cx="930600" cy="2088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2A1FC01-7529-0A38-DD6B-2FE129454F38}"/>
                    </a:ext>
                  </a:extLst>
                </p14:cNvPr>
                <p14:cNvContentPartPr/>
                <p14:nvPr/>
              </p14:nvContentPartPr>
              <p14:xfrm>
                <a:off x="8924213" y="694449"/>
                <a:ext cx="208440" cy="134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2A1FC01-7529-0A38-DD6B-2FE129454F3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915573" y="685449"/>
                  <a:ext cx="2260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C4A9B55-FB8C-F97A-E2F2-E399687CEB3B}"/>
                    </a:ext>
                  </a:extLst>
                </p14:cNvPr>
                <p14:cNvContentPartPr/>
                <p14:nvPr/>
              </p14:nvContentPartPr>
              <p14:xfrm>
                <a:off x="9212933" y="683289"/>
                <a:ext cx="124200" cy="76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C4A9B55-FB8C-F97A-E2F2-E399687CEB3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203933" y="674289"/>
                  <a:ext cx="1418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0473AF2-02E9-1E31-D529-18F5C8952FE7}"/>
                    </a:ext>
                  </a:extLst>
                </p14:cNvPr>
                <p14:cNvContentPartPr/>
                <p14:nvPr/>
              </p14:nvContentPartPr>
              <p14:xfrm>
                <a:off x="9387533" y="684729"/>
                <a:ext cx="163080" cy="84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0473AF2-02E9-1E31-D529-18F5C8952FE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378893" y="676089"/>
                  <a:ext cx="1807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EC17B47-6ABE-506F-218C-3C14518F3746}"/>
                    </a:ext>
                  </a:extLst>
                </p14:cNvPr>
                <p14:cNvContentPartPr/>
                <p14:nvPr/>
              </p14:nvContentPartPr>
              <p14:xfrm>
                <a:off x="9632693" y="619929"/>
                <a:ext cx="11160" cy="69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EC17B47-6ABE-506F-218C-3C14518F374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624053" y="611289"/>
                  <a:ext cx="288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A28A49D-4B42-ACC9-862C-CA879CFAE178}"/>
                    </a:ext>
                  </a:extLst>
                </p14:cNvPr>
                <p14:cNvContentPartPr/>
                <p14:nvPr/>
              </p14:nvContentPartPr>
              <p14:xfrm>
                <a:off x="9580133" y="656289"/>
                <a:ext cx="274680" cy="105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A28A49D-4B42-ACC9-862C-CA879CFAE17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571493" y="647289"/>
                  <a:ext cx="292320" cy="12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73B16B6-7E13-CE21-C3B8-039778E959D4}"/>
                  </a:ext>
                </a:extLst>
              </p14:cNvPr>
              <p14:cNvContentPartPr/>
              <p14:nvPr/>
            </p14:nvContentPartPr>
            <p14:xfrm>
              <a:off x="10587053" y="561609"/>
              <a:ext cx="736920" cy="414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73B16B6-7E13-CE21-C3B8-039778E959D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578413" y="552609"/>
                <a:ext cx="7545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84EB6DC-8F68-F13E-C822-0293FAA1CC6B}"/>
                  </a:ext>
                </a:extLst>
              </p14:cNvPr>
              <p14:cNvContentPartPr/>
              <p14:nvPr/>
            </p14:nvContentPartPr>
            <p14:xfrm>
              <a:off x="9175493" y="1341009"/>
              <a:ext cx="202320" cy="2242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84EB6DC-8F68-F13E-C822-0293FAA1CC6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166853" y="1332369"/>
                <a:ext cx="219960" cy="24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A3631FB5-570F-0AB9-718E-EB38229976EB}"/>
              </a:ext>
            </a:extLst>
          </p:cNvPr>
          <p:cNvGrpSpPr/>
          <p:nvPr/>
        </p:nvGrpSpPr>
        <p:grpSpPr>
          <a:xfrm>
            <a:off x="10713053" y="1297809"/>
            <a:ext cx="277200" cy="220320"/>
            <a:chOff x="10713053" y="1297809"/>
            <a:chExt cx="277200" cy="2203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5935EB8-2C53-FDAD-CA75-3E058D305322}"/>
                    </a:ext>
                  </a:extLst>
                </p14:cNvPr>
                <p14:cNvContentPartPr/>
                <p14:nvPr/>
              </p14:nvContentPartPr>
              <p14:xfrm>
                <a:off x="10713053" y="1297809"/>
                <a:ext cx="17640" cy="189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5935EB8-2C53-FDAD-CA75-3E058D30532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704413" y="1288809"/>
                  <a:ext cx="352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0EAF715-2DCB-7EBC-767C-FC54F125508D}"/>
                    </a:ext>
                  </a:extLst>
                </p14:cNvPr>
                <p14:cNvContentPartPr/>
                <p14:nvPr/>
              </p14:nvContentPartPr>
              <p14:xfrm>
                <a:off x="10904933" y="1305369"/>
                <a:ext cx="85320" cy="212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0EAF715-2DCB-7EBC-767C-FC54F125508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896293" y="1296729"/>
                  <a:ext cx="102960" cy="23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ACD639D-DFAA-35B1-ECFF-EEBDF4CD3B91}"/>
                  </a:ext>
                </a:extLst>
              </p14:cNvPr>
              <p14:cNvContentPartPr/>
              <p14:nvPr/>
            </p14:nvContentPartPr>
            <p14:xfrm>
              <a:off x="9236693" y="2023569"/>
              <a:ext cx="133560" cy="237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ACD639D-DFAA-35B1-ECFF-EEBDF4CD3B9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228053" y="2014569"/>
                <a:ext cx="151200" cy="25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B57C20CF-A1D1-79F6-85AD-A516FCD1A068}"/>
              </a:ext>
            </a:extLst>
          </p:cNvPr>
          <p:cNvGrpSpPr/>
          <p:nvPr/>
        </p:nvGrpSpPr>
        <p:grpSpPr>
          <a:xfrm>
            <a:off x="10643573" y="2038689"/>
            <a:ext cx="428760" cy="174600"/>
            <a:chOff x="10643573" y="2038689"/>
            <a:chExt cx="428760" cy="1746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9C406ED-0001-FEC8-39CF-451E1262BA21}"/>
                    </a:ext>
                  </a:extLst>
                </p14:cNvPr>
                <p14:cNvContentPartPr/>
                <p14:nvPr/>
              </p14:nvContentPartPr>
              <p14:xfrm>
                <a:off x="10643573" y="2054529"/>
                <a:ext cx="228600" cy="158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9C406ED-0001-FEC8-39CF-451E1262BA2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634573" y="2045529"/>
                  <a:ext cx="2462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A2D7B92-01A2-CD49-2BC3-1219A115CC5E}"/>
                    </a:ext>
                  </a:extLst>
                </p14:cNvPr>
                <p14:cNvContentPartPr/>
                <p14:nvPr/>
              </p14:nvContentPartPr>
              <p14:xfrm>
                <a:off x="10944893" y="2038689"/>
                <a:ext cx="127440" cy="160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A2D7B92-01A2-CD49-2BC3-1219A115CC5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935893" y="2030049"/>
                  <a:ext cx="145080" cy="17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10F170A-0263-FF9A-FB31-B46BA24F89EE}"/>
                  </a:ext>
                </a:extLst>
              </p14:cNvPr>
              <p14:cNvContentPartPr/>
              <p14:nvPr/>
            </p14:nvContentPartPr>
            <p14:xfrm>
              <a:off x="9225533" y="2778129"/>
              <a:ext cx="188280" cy="1522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10F170A-0263-FF9A-FB31-B46BA24F89E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216893" y="2769489"/>
                <a:ext cx="20592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7859577-C93C-6DCD-67F8-FD79EA470DCE}"/>
                  </a:ext>
                </a:extLst>
              </p14:cNvPr>
              <p14:cNvContentPartPr/>
              <p14:nvPr/>
            </p14:nvContentPartPr>
            <p14:xfrm>
              <a:off x="10803773" y="2720169"/>
              <a:ext cx="76680" cy="198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7859577-C93C-6DCD-67F8-FD79EA470DC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794773" y="2711169"/>
                <a:ext cx="9432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D2F6193-9973-C8BA-0DDD-16056A5375AE}"/>
                  </a:ext>
                </a:extLst>
              </p14:cNvPr>
              <p14:cNvContentPartPr/>
              <p14:nvPr/>
            </p14:nvContentPartPr>
            <p14:xfrm>
              <a:off x="8855813" y="3378609"/>
              <a:ext cx="707760" cy="133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D2F6193-9973-C8BA-0DDD-16056A5375A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847173" y="3369609"/>
                <a:ext cx="725400" cy="3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DCA8CC2D-0277-8F8F-CF6D-EE4E2B5A7900}"/>
              </a:ext>
            </a:extLst>
          </p:cNvPr>
          <p:cNvGrpSpPr/>
          <p:nvPr/>
        </p:nvGrpSpPr>
        <p:grpSpPr>
          <a:xfrm>
            <a:off x="9058133" y="3604689"/>
            <a:ext cx="287280" cy="231480"/>
            <a:chOff x="9058133" y="3604689"/>
            <a:chExt cx="287280" cy="2314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4594143-4834-29B3-B5BD-D0CDD8102372}"/>
                    </a:ext>
                  </a:extLst>
                </p14:cNvPr>
                <p14:cNvContentPartPr/>
                <p14:nvPr/>
              </p14:nvContentPartPr>
              <p14:xfrm>
                <a:off x="9058133" y="3604689"/>
                <a:ext cx="44640" cy="231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4594143-4834-29B3-B5BD-D0CDD810237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49133" y="3595689"/>
                  <a:ext cx="622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FEC1057-CA62-A31A-7642-5D52B0AC0147}"/>
                    </a:ext>
                  </a:extLst>
                </p14:cNvPr>
                <p14:cNvContentPartPr/>
                <p14:nvPr/>
              </p14:nvContentPartPr>
              <p14:xfrm>
                <a:off x="9197813" y="3645369"/>
                <a:ext cx="147600" cy="175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FEC1057-CA62-A31A-7642-5D52B0AC014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189173" y="3636369"/>
                  <a:ext cx="16524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0A1AC4C-3AA4-5F97-C74B-7ACA50A87196}"/>
              </a:ext>
            </a:extLst>
          </p:cNvPr>
          <p:cNvGrpSpPr/>
          <p:nvPr/>
        </p:nvGrpSpPr>
        <p:grpSpPr>
          <a:xfrm>
            <a:off x="9561413" y="3585249"/>
            <a:ext cx="943560" cy="232920"/>
            <a:chOff x="9561413" y="3585249"/>
            <a:chExt cx="943560" cy="2329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E7AF6AC-C817-8956-E80E-7543A87BFF55}"/>
                    </a:ext>
                  </a:extLst>
                </p14:cNvPr>
                <p14:cNvContentPartPr/>
                <p14:nvPr/>
              </p14:nvContentPartPr>
              <p14:xfrm>
                <a:off x="9561413" y="3651489"/>
                <a:ext cx="237600" cy="104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E7AF6AC-C817-8956-E80E-7543A87BFF5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552773" y="3642489"/>
                  <a:ext cx="2552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4F8F63D-D1B5-577F-561E-E64D6231AB3D}"/>
                    </a:ext>
                  </a:extLst>
                </p14:cNvPr>
                <p14:cNvContentPartPr/>
                <p14:nvPr/>
              </p14:nvContentPartPr>
              <p14:xfrm>
                <a:off x="9910253" y="3649689"/>
                <a:ext cx="81000" cy="99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4F8F63D-D1B5-577F-561E-E64D6231AB3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901253" y="3641049"/>
                  <a:ext cx="98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532FF5C-CA0F-8431-9D03-D3E591F8273E}"/>
                    </a:ext>
                  </a:extLst>
                </p14:cNvPr>
                <p14:cNvContentPartPr/>
                <p14:nvPr/>
              </p14:nvContentPartPr>
              <p14:xfrm>
                <a:off x="10048493" y="3645369"/>
                <a:ext cx="96480" cy="111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532FF5C-CA0F-8431-9D03-D3E591F8273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039493" y="3636369"/>
                  <a:ext cx="1141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D597E31-216C-7DE4-8607-24E4CF05C63B}"/>
                    </a:ext>
                  </a:extLst>
                </p14:cNvPr>
                <p14:cNvContentPartPr/>
                <p14:nvPr/>
              </p14:nvContentPartPr>
              <p14:xfrm>
                <a:off x="10251533" y="3585249"/>
                <a:ext cx="9360" cy="161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D597E31-216C-7DE4-8607-24E4CF05C63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242893" y="3576609"/>
                  <a:ext cx="270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3E5A5F2-9EE0-C7A8-4CA8-B09B51BFA321}"/>
                    </a:ext>
                  </a:extLst>
                </p14:cNvPr>
                <p14:cNvContentPartPr/>
                <p14:nvPr/>
              </p14:nvContentPartPr>
              <p14:xfrm>
                <a:off x="10233533" y="3649689"/>
                <a:ext cx="271440" cy="168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3E5A5F2-9EE0-C7A8-4CA8-B09B51BFA32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224893" y="3641049"/>
                  <a:ext cx="28908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180988C-BB93-985A-E539-31AC0E3BAEFC}"/>
              </a:ext>
            </a:extLst>
          </p:cNvPr>
          <p:cNvGrpSpPr/>
          <p:nvPr/>
        </p:nvGrpSpPr>
        <p:grpSpPr>
          <a:xfrm>
            <a:off x="10808093" y="3529089"/>
            <a:ext cx="904680" cy="446760"/>
            <a:chOff x="10808093" y="3529089"/>
            <a:chExt cx="904680" cy="4467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EB48968-EC75-04DC-3271-E0A020B75748}"/>
                    </a:ext>
                  </a:extLst>
                </p14:cNvPr>
                <p14:cNvContentPartPr/>
                <p14:nvPr/>
              </p14:nvContentPartPr>
              <p14:xfrm>
                <a:off x="10808093" y="3546729"/>
                <a:ext cx="138960" cy="275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EB48968-EC75-04DC-3271-E0A020B7574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799453" y="3538089"/>
                  <a:ext cx="1566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56BFF6F-00F9-8D7C-EBFD-5A88CD3D8BCC}"/>
                    </a:ext>
                  </a:extLst>
                </p14:cNvPr>
                <p14:cNvContentPartPr/>
                <p14:nvPr/>
              </p14:nvContentPartPr>
              <p14:xfrm>
                <a:off x="11068373" y="3558249"/>
                <a:ext cx="24840" cy="178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56BFF6F-00F9-8D7C-EBFD-5A88CD3D8BC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059373" y="3549249"/>
                  <a:ext cx="424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2073C97-627A-1A9C-431E-A27BD3D8E45E}"/>
                    </a:ext>
                  </a:extLst>
                </p14:cNvPr>
                <p14:cNvContentPartPr/>
                <p14:nvPr/>
              </p14:nvContentPartPr>
              <p14:xfrm>
                <a:off x="11207693" y="3529089"/>
                <a:ext cx="75240" cy="201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2073C97-627A-1A9C-431E-A27BD3D8E45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199053" y="3520449"/>
                  <a:ext cx="92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C702D9A-13FC-99C8-277A-969DD2D28243}"/>
                    </a:ext>
                  </a:extLst>
                </p14:cNvPr>
                <p14:cNvContentPartPr/>
                <p14:nvPr/>
              </p14:nvContentPartPr>
              <p14:xfrm>
                <a:off x="11359253" y="3608289"/>
                <a:ext cx="353520" cy="367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C702D9A-13FC-99C8-277A-969DD2D2824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350253" y="3599649"/>
                  <a:ext cx="371160" cy="385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CFA51590-4280-6AE7-E520-ADC04CA19DB1}"/>
              </a:ext>
            </a:extLst>
          </p:cNvPr>
          <p:cNvSpPr txBox="1"/>
          <p:nvPr/>
        </p:nvSpPr>
        <p:spPr>
          <a:xfrm>
            <a:off x="457200" y="4387932"/>
            <a:ext cx="65136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After class 4               20month 15 days</a:t>
            </a:r>
          </a:p>
          <a:p>
            <a:endParaRPr lang="en-US" dirty="0"/>
          </a:p>
          <a:p>
            <a:r>
              <a:rPr lang="en-US" dirty="0"/>
              <a:t>After class 2              12 month 41 days </a:t>
            </a:r>
          </a:p>
          <a:p>
            <a:endParaRPr lang="en-US" dirty="0"/>
          </a:p>
          <a:p>
            <a:r>
              <a:rPr lang="en-US" dirty="0"/>
              <a:t>Todal :                           32 month 56 days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154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3996F8-643C-035B-AC16-5DAFD2E5F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075" y="0"/>
            <a:ext cx="478203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35BAB2-0422-AE44-C2FC-F23E67F33561}"/>
              </a:ext>
            </a:extLst>
          </p:cNvPr>
          <p:cNvSpPr txBox="1"/>
          <p:nvPr/>
        </p:nvSpPr>
        <p:spPr>
          <a:xfrm>
            <a:off x="623454" y="486888"/>
            <a:ext cx="42276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Due to personal  issue  could not sail after 2022,</a:t>
            </a:r>
          </a:p>
          <a:p>
            <a:endParaRPr lang="en-US" dirty="0"/>
          </a:p>
          <a:p>
            <a:r>
              <a:rPr lang="en-US" dirty="0"/>
              <a:t>Now , I am getting this MV LAGOON vessel to join as 2E  with </a:t>
            </a:r>
            <a:r>
              <a:rPr lang="en-US"/>
              <a:t>FG stamp, </a:t>
            </a:r>
            <a:r>
              <a:rPr lang="en-US" dirty="0"/>
              <a:t>kindly confirm my sea time will be counted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4A4BBF-F886-DE48-C880-E8F020A9B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25" y="2620263"/>
            <a:ext cx="4661402" cy="419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247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58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Engineering Unlimited</dc:creator>
  <cp:lastModifiedBy>Engineering Unlimited</cp:lastModifiedBy>
  <cp:revision>2</cp:revision>
  <dcterms:created xsi:type="dcterms:W3CDTF">2026-03-27T13:57:15Z</dcterms:created>
  <dcterms:modified xsi:type="dcterms:W3CDTF">2026-03-27T14:30:29Z</dcterms:modified>
</cp:coreProperties>
</file>