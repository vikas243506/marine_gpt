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7428B6-275E-4531-AD92-3881ACC3417E}" v="15" dt="2026-01-21T05:36:00.069"/>
    <p1510:client id="{B5FB3C27-D958-4749-8A35-184FC506F817}" v="407" dt="2026-01-21T06:52:40.3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98" autoAdjust="0"/>
    <p:restoredTop sz="94660"/>
  </p:normalViewPr>
  <p:slideViewPr>
    <p:cSldViewPr snapToGrid="0">
      <p:cViewPr varScale="1">
        <p:scale>
          <a:sx n="101" d="100"/>
          <a:sy n="101" d="100"/>
        </p:scale>
        <p:origin x="79" y="31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 Id="rId9"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55022-0AB1-AE98-5D13-10953E45B6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27446DD-AA47-321D-E43A-0DC8AE183F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FDE21DE-B04B-EBB4-6B4A-7D1012FF1389}"/>
              </a:ext>
            </a:extLst>
          </p:cNvPr>
          <p:cNvSpPr>
            <a:spLocks noGrp="1"/>
          </p:cNvSpPr>
          <p:nvPr>
            <p:ph type="dt" sz="half" idx="10"/>
          </p:nvPr>
        </p:nvSpPr>
        <p:spPr/>
        <p:txBody>
          <a:bodyPr/>
          <a:lstStyle/>
          <a:p>
            <a:fld id="{ED4F22E3-551A-4B7D-9BA1-87D80C763653}" type="datetimeFigureOut">
              <a:rPr lang="en-US" smtClean="0"/>
              <a:t>1/21/2026</a:t>
            </a:fld>
            <a:endParaRPr lang="en-US"/>
          </a:p>
        </p:txBody>
      </p:sp>
      <p:sp>
        <p:nvSpPr>
          <p:cNvPr id="5" name="Footer Placeholder 4">
            <a:extLst>
              <a:ext uri="{FF2B5EF4-FFF2-40B4-BE49-F238E27FC236}">
                <a16:creationId xmlns:a16="http://schemas.microsoft.com/office/drawing/2014/main" id="{8D073F03-D491-0CA2-BD87-F684E7722C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32FBA0-DFF7-56F3-A289-63B7BD2D0E76}"/>
              </a:ext>
            </a:extLst>
          </p:cNvPr>
          <p:cNvSpPr>
            <a:spLocks noGrp="1"/>
          </p:cNvSpPr>
          <p:nvPr>
            <p:ph type="sldNum" sz="quarter" idx="12"/>
          </p:nvPr>
        </p:nvSpPr>
        <p:spPr/>
        <p:txBody>
          <a:bodyPr/>
          <a:lstStyle/>
          <a:p>
            <a:fld id="{9CA1E048-A542-45BB-81C8-E41220E7BA8E}" type="slidenum">
              <a:rPr lang="en-US" smtClean="0"/>
              <a:t>‹#›</a:t>
            </a:fld>
            <a:endParaRPr lang="en-US"/>
          </a:p>
        </p:txBody>
      </p:sp>
    </p:spTree>
    <p:extLst>
      <p:ext uri="{BB962C8B-B14F-4D97-AF65-F5344CB8AC3E}">
        <p14:creationId xmlns:p14="http://schemas.microsoft.com/office/powerpoint/2010/main" val="3594116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A3882-E131-14C3-CB04-E9AE797E04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DF8100-9725-9035-53B2-E02C0038E1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8E702E-66A5-4579-2585-8C89715E6A36}"/>
              </a:ext>
            </a:extLst>
          </p:cNvPr>
          <p:cNvSpPr>
            <a:spLocks noGrp="1"/>
          </p:cNvSpPr>
          <p:nvPr>
            <p:ph type="dt" sz="half" idx="10"/>
          </p:nvPr>
        </p:nvSpPr>
        <p:spPr/>
        <p:txBody>
          <a:bodyPr/>
          <a:lstStyle/>
          <a:p>
            <a:fld id="{ED4F22E3-551A-4B7D-9BA1-87D80C763653}" type="datetimeFigureOut">
              <a:rPr lang="en-US" smtClean="0"/>
              <a:t>1/21/2026</a:t>
            </a:fld>
            <a:endParaRPr lang="en-US"/>
          </a:p>
        </p:txBody>
      </p:sp>
      <p:sp>
        <p:nvSpPr>
          <p:cNvPr id="5" name="Footer Placeholder 4">
            <a:extLst>
              <a:ext uri="{FF2B5EF4-FFF2-40B4-BE49-F238E27FC236}">
                <a16:creationId xmlns:a16="http://schemas.microsoft.com/office/drawing/2014/main" id="{2F461A02-4301-1A12-B1A4-6021870A68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409611-2402-38CC-81D8-E8C86F1D3F82}"/>
              </a:ext>
            </a:extLst>
          </p:cNvPr>
          <p:cNvSpPr>
            <a:spLocks noGrp="1"/>
          </p:cNvSpPr>
          <p:nvPr>
            <p:ph type="sldNum" sz="quarter" idx="12"/>
          </p:nvPr>
        </p:nvSpPr>
        <p:spPr/>
        <p:txBody>
          <a:bodyPr/>
          <a:lstStyle/>
          <a:p>
            <a:fld id="{9CA1E048-A542-45BB-81C8-E41220E7BA8E}" type="slidenum">
              <a:rPr lang="en-US" smtClean="0"/>
              <a:t>‹#›</a:t>
            </a:fld>
            <a:endParaRPr lang="en-US"/>
          </a:p>
        </p:txBody>
      </p:sp>
    </p:spTree>
    <p:extLst>
      <p:ext uri="{BB962C8B-B14F-4D97-AF65-F5344CB8AC3E}">
        <p14:creationId xmlns:p14="http://schemas.microsoft.com/office/powerpoint/2010/main" val="290561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AFE7D-0D15-A3C6-FE3A-8AA801D0CD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C2A8B74-74C3-23A5-6550-C51C4F6D69A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6FC093-BDE0-53D8-1223-DABAC84A9742}"/>
              </a:ext>
            </a:extLst>
          </p:cNvPr>
          <p:cNvSpPr>
            <a:spLocks noGrp="1"/>
          </p:cNvSpPr>
          <p:nvPr>
            <p:ph type="dt" sz="half" idx="10"/>
          </p:nvPr>
        </p:nvSpPr>
        <p:spPr/>
        <p:txBody>
          <a:bodyPr/>
          <a:lstStyle/>
          <a:p>
            <a:fld id="{ED4F22E3-551A-4B7D-9BA1-87D80C763653}" type="datetimeFigureOut">
              <a:rPr lang="en-US" smtClean="0"/>
              <a:t>1/21/2026</a:t>
            </a:fld>
            <a:endParaRPr lang="en-US"/>
          </a:p>
        </p:txBody>
      </p:sp>
      <p:sp>
        <p:nvSpPr>
          <p:cNvPr id="5" name="Footer Placeholder 4">
            <a:extLst>
              <a:ext uri="{FF2B5EF4-FFF2-40B4-BE49-F238E27FC236}">
                <a16:creationId xmlns:a16="http://schemas.microsoft.com/office/drawing/2014/main" id="{431D1DC0-402C-7829-B0A5-57EA146359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2B5DBD-DD56-A6F2-72CD-76471DDC1A47}"/>
              </a:ext>
            </a:extLst>
          </p:cNvPr>
          <p:cNvSpPr>
            <a:spLocks noGrp="1"/>
          </p:cNvSpPr>
          <p:nvPr>
            <p:ph type="sldNum" sz="quarter" idx="12"/>
          </p:nvPr>
        </p:nvSpPr>
        <p:spPr/>
        <p:txBody>
          <a:bodyPr/>
          <a:lstStyle/>
          <a:p>
            <a:fld id="{9CA1E048-A542-45BB-81C8-E41220E7BA8E}" type="slidenum">
              <a:rPr lang="en-US" smtClean="0"/>
              <a:t>‹#›</a:t>
            </a:fld>
            <a:endParaRPr lang="en-US"/>
          </a:p>
        </p:txBody>
      </p:sp>
    </p:spTree>
    <p:extLst>
      <p:ext uri="{BB962C8B-B14F-4D97-AF65-F5344CB8AC3E}">
        <p14:creationId xmlns:p14="http://schemas.microsoft.com/office/powerpoint/2010/main" val="2997534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F9CE3-44CD-D3EE-097A-F6F8F49E52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091CE4-D781-EE03-CB07-3FF045D5169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F633F11-AC70-DC0C-6322-4F39D8B5AF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A4D95BD-5A92-8F98-6730-D0C0F5AF4140}"/>
              </a:ext>
            </a:extLst>
          </p:cNvPr>
          <p:cNvSpPr>
            <a:spLocks noGrp="1"/>
          </p:cNvSpPr>
          <p:nvPr>
            <p:ph type="dt" sz="half" idx="10"/>
          </p:nvPr>
        </p:nvSpPr>
        <p:spPr/>
        <p:txBody>
          <a:bodyPr/>
          <a:lstStyle/>
          <a:p>
            <a:fld id="{ED4F22E3-551A-4B7D-9BA1-87D80C763653}" type="datetimeFigureOut">
              <a:rPr lang="en-US" smtClean="0"/>
              <a:t>1/21/2026</a:t>
            </a:fld>
            <a:endParaRPr lang="en-US"/>
          </a:p>
        </p:txBody>
      </p:sp>
      <p:sp>
        <p:nvSpPr>
          <p:cNvPr id="6" name="Footer Placeholder 5">
            <a:extLst>
              <a:ext uri="{FF2B5EF4-FFF2-40B4-BE49-F238E27FC236}">
                <a16:creationId xmlns:a16="http://schemas.microsoft.com/office/drawing/2014/main" id="{1C421E79-6B8A-860D-8DFB-249D31762B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94DB97-FB92-68CE-08EE-D62F7B02DE69}"/>
              </a:ext>
            </a:extLst>
          </p:cNvPr>
          <p:cNvSpPr>
            <a:spLocks noGrp="1"/>
          </p:cNvSpPr>
          <p:nvPr>
            <p:ph type="sldNum" sz="quarter" idx="12"/>
          </p:nvPr>
        </p:nvSpPr>
        <p:spPr/>
        <p:txBody>
          <a:bodyPr/>
          <a:lstStyle/>
          <a:p>
            <a:fld id="{9CA1E048-A542-45BB-81C8-E41220E7BA8E}" type="slidenum">
              <a:rPr lang="en-US" smtClean="0"/>
              <a:t>‹#›</a:t>
            </a:fld>
            <a:endParaRPr lang="en-US"/>
          </a:p>
        </p:txBody>
      </p:sp>
    </p:spTree>
    <p:extLst>
      <p:ext uri="{BB962C8B-B14F-4D97-AF65-F5344CB8AC3E}">
        <p14:creationId xmlns:p14="http://schemas.microsoft.com/office/powerpoint/2010/main" val="4215633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C06FE-EE3C-2BD6-7654-4EE39FF24A2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B6A33F-0B9F-4BFD-C2CA-4AE63D9EF6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F318D6-5433-5983-7A12-2B0AC8AB86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777A229-0DE1-B1AE-C3C1-B6F3D84979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60A6C4-7900-82E4-8A5E-912BEB0DA5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6FD7933-94E5-0967-8A60-03558DCF5786}"/>
              </a:ext>
            </a:extLst>
          </p:cNvPr>
          <p:cNvSpPr>
            <a:spLocks noGrp="1"/>
          </p:cNvSpPr>
          <p:nvPr>
            <p:ph type="dt" sz="half" idx="10"/>
          </p:nvPr>
        </p:nvSpPr>
        <p:spPr/>
        <p:txBody>
          <a:bodyPr/>
          <a:lstStyle/>
          <a:p>
            <a:fld id="{ED4F22E3-551A-4B7D-9BA1-87D80C763653}" type="datetimeFigureOut">
              <a:rPr lang="en-US" smtClean="0"/>
              <a:t>1/21/2026</a:t>
            </a:fld>
            <a:endParaRPr lang="en-US"/>
          </a:p>
        </p:txBody>
      </p:sp>
      <p:sp>
        <p:nvSpPr>
          <p:cNvPr id="8" name="Footer Placeholder 7">
            <a:extLst>
              <a:ext uri="{FF2B5EF4-FFF2-40B4-BE49-F238E27FC236}">
                <a16:creationId xmlns:a16="http://schemas.microsoft.com/office/drawing/2014/main" id="{CF8734DC-C528-BEEF-60EE-3FE84B29F07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DED267D-1014-1619-400B-46E207BD9AA6}"/>
              </a:ext>
            </a:extLst>
          </p:cNvPr>
          <p:cNvSpPr>
            <a:spLocks noGrp="1"/>
          </p:cNvSpPr>
          <p:nvPr>
            <p:ph type="sldNum" sz="quarter" idx="12"/>
          </p:nvPr>
        </p:nvSpPr>
        <p:spPr/>
        <p:txBody>
          <a:bodyPr/>
          <a:lstStyle/>
          <a:p>
            <a:fld id="{9CA1E048-A542-45BB-81C8-E41220E7BA8E}" type="slidenum">
              <a:rPr lang="en-US" smtClean="0"/>
              <a:t>‹#›</a:t>
            </a:fld>
            <a:endParaRPr lang="en-US"/>
          </a:p>
        </p:txBody>
      </p:sp>
    </p:spTree>
    <p:extLst>
      <p:ext uri="{BB962C8B-B14F-4D97-AF65-F5344CB8AC3E}">
        <p14:creationId xmlns:p14="http://schemas.microsoft.com/office/powerpoint/2010/main" val="3691952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D24AB-59A4-0858-9ACF-231357941F6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C3E2E5B-8C05-0874-3A9B-F988EF5DA08B}"/>
              </a:ext>
            </a:extLst>
          </p:cNvPr>
          <p:cNvSpPr>
            <a:spLocks noGrp="1"/>
          </p:cNvSpPr>
          <p:nvPr>
            <p:ph type="dt" sz="half" idx="10"/>
          </p:nvPr>
        </p:nvSpPr>
        <p:spPr/>
        <p:txBody>
          <a:bodyPr/>
          <a:lstStyle/>
          <a:p>
            <a:fld id="{ED4F22E3-551A-4B7D-9BA1-87D80C763653}" type="datetimeFigureOut">
              <a:rPr lang="en-US" smtClean="0"/>
              <a:t>1/21/2026</a:t>
            </a:fld>
            <a:endParaRPr lang="en-US"/>
          </a:p>
        </p:txBody>
      </p:sp>
      <p:sp>
        <p:nvSpPr>
          <p:cNvPr id="4" name="Footer Placeholder 3">
            <a:extLst>
              <a:ext uri="{FF2B5EF4-FFF2-40B4-BE49-F238E27FC236}">
                <a16:creationId xmlns:a16="http://schemas.microsoft.com/office/drawing/2014/main" id="{7AA3A731-52BA-826D-CB36-8BE02D225F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88D9BB3-097E-1CBF-5182-1349D613D1B4}"/>
              </a:ext>
            </a:extLst>
          </p:cNvPr>
          <p:cNvSpPr>
            <a:spLocks noGrp="1"/>
          </p:cNvSpPr>
          <p:nvPr>
            <p:ph type="sldNum" sz="quarter" idx="12"/>
          </p:nvPr>
        </p:nvSpPr>
        <p:spPr/>
        <p:txBody>
          <a:bodyPr/>
          <a:lstStyle/>
          <a:p>
            <a:fld id="{9CA1E048-A542-45BB-81C8-E41220E7BA8E}" type="slidenum">
              <a:rPr lang="en-US" smtClean="0"/>
              <a:t>‹#›</a:t>
            </a:fld>
            <a:endParaRPr lang="en-US"/>
          </a:p>
        </p:txBody>
      </p:sp>
    </p:spTree>
    <p:extLst>
      <p:ext uri="{BB962C8B-B14F-4D97-AF65-F5344CB8AC3E}">
        <p14:creationId xmlns:p14="http://schemas.microsoft.com/office/powerpoint/2010/main" val="3350749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3661A7-30D3-1DB9-B682-21C2237B4574}"/>
              </a:ext>
            </a:extLst>
          </p:cNvPr>
          <p:cNvSpPr>
            <a:spLocks noGrp="1"/>
          </p:cNvSpPr>
          <p:nvPr>
            <p:ph type="dt" sz="half" idx="10"/>
          </p:nvPr>
        </p:nvSpPr>
        <p:spPr/>
        <p:txBody>
          <a:bodyPr/>
          <a:lstStyle/>
          <a:p>
            <a:fld id="{ED4F22E3-551A-4B7D-9BA1-87D80C763653}" type="datetimeFigureOut">
              <a:rPr lang="en-US" smtClean="0"/>
              <a:t>1/21/2026</a:t>
            </a:fld>
            <a:endParaRPr lang="en-US"/>
          </a:p>
        </p:txBody>
      </p:sp>
      <p:sp>
        <p:nvSpPr>
          <p:cNvPr id="3" name="Footer Placeholder 2">
            <a:extLst>
              <a:ext uri="{FF2B5EF4-FFF2-40B4-BE49-F238E27FC236}">
                <a16:creationId xmlns:a16="http://schemas.microsoft.com/office/drawing/2014/main" id="{21A8F1D6-E001-C357-936C-7FDAD22441A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4E8FD8-2F00-6171-F7D6-32D9C412817D}"/>
              </a:ext>
            </a:extLst>
          </p:cNvPr>
          <p:cNvSpPr>
            <a:spLocks noGrp="1"/>
          </p:cNvSpPr>
          <p:nvPr>
            <p:ph type="sldNum" sz="quarter" idx="12"/>
          </p:nvPr>
        </p:nvSpPr>
        <p:spPr/>
        <p:txBody>
          <a:bodyPr/>
          <a:lstStyle/>
          <a:p>
            <a:fld id="{9CA1E048-A542-45BB-81C8-E41220E7BA8E}" type="slidenum">
              <a:rPr lang="en-US" smtClean="0"/>
              <a:t>‹#›</a:t>
            </a:fld>
            <a:endParaRPr lang="en-US"/>
          </a:p>
        </p:txBody>
      </p:sp>
    </p:spTree>
    <p:extLst>
      <p:ext uri="{BB962C8B-B14F-4D97-AF65-F5344CB8AC3E}">
        <p14:creationId xmlns:p14="http://schemas.microsoft.com/office/powerpoint/2010/main" val="3588418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38D16-78A4-FFA3-7B94-6305BECE27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9D0E229-CF1C-CDB8-8094-C2B8D2E644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096D99D-6474-0796-D3FC-DF3D803160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D67E27-106A-9185-AF47-15A17653563C}"/>
              </a:ext>
            </a:extLst>
          </p:cNvPr>
          <p:cNvSpPr>
            <a:spLocks noGrp="1"/>
          </p:cNvSpPr>
          <p:nvPr>
            <p:ph type="dt" sz="half" idx="10"/>
          </p:nvPr>
        </p:nvSpPr>
        <p:spPr/>
        <p:txBody>
          <a:bodyPr/>
          <a:lstStyle/>
          <a:p>
            <a:fld id="{ED4F22E3-551A-4B7D-9BA1-87D80C763653}" type="datetimeFigureOut">
              <a:rPr lang="en-US" smtClean="0"/>
              <a:t>1/21/2026</a:t>
            </a:fld>
            <a:endParaRPr lang="en-US"/>
          </a:p>
        </p:txBody>
      </p:sp>
      <p:sp>
        <p:nvSpPr>
          <p:cNvPr id="6" name="Footer Placeholder 5">
            <a:extLst>
              <a:ext uri="{FF2B5EF4-FFF2-40B4-BE49-F238E27FC236}">
                <a16:creationId xmlns:a16="http://schemas.microsoft.com/office/drawing/2014/main" id="{5C69B92C-61BE-8A79-5D78-9119B4C9FA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6F283A-EEA1-AADF-6449-70E30132F7DF}"/>
              </a:ext>
            </a:extLst>
          </p:cNvPr>
          <p:cNvSpPr>
            <a:spLocks noGrp="1"/>
          </p:cNvSpPr>
          <p:nvPr>
            <p:ph type="sldNum" sz="quarter" idx="12"/>
          </p:nvPr>
        </p:nvSpPr>
        <p:spPr/>
        <p:txBody>
          <a:bodyPr/>
          <a:lstStyle/>
          <a:p>
            <a:fld id="{9CA1E048-A542-45BB-81C8-E41220E7BA8E}" type="slidenum">
              <a:rPr lang="en-US" smtClean="0"/>
              <a:t>‹#›</a:t>
            </a:fld>
            <a:endParaRPr lang="en-US"/>
          </a:p>
        </p:txBody>
      </p:sp>
    </p:spTree>
    <p:extLst>
      <p:ext uri="{BB962C8B-B14F-4D97-AF65-F5344CB8AC3E}">
        <p14:creationId xmlns:p14="http://schemas.microsoft.com/office/powerpoint/2010/main" val="4092073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F7218-C96B-325B-0EA9-4E365D78EE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EF34B9D-3C11-E299-31DA-8B334F11E8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E112F3A-82F3-D83B-9381-24644D866F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E5996-1F0E-FAA4-8F8E-367642C99106}"/>
              </a:ext>
            </a:extLst>
          </p:cNvPr>
          <p:cNvSpPr>
            <a:spLocks noGrp="1"/>
          </p:cNvSpPr>
          <p:nvPr>
            <p:ph type="dt" sz="half" idx="10"/>
          </p:nvPr>
        </p:nvSpPr>
        <p:spPr/>
        <p:txBody>
          <a:bodyPr/>
          <a:lstStyle/>
          <a:p>
            <a:fld id="{ED4F22E3-551A-4B7D-9BA1-87D80C763653}" type="datetimeFigureOut">
              <a:rPr lang="en-US" smtClean="0"/>
              <a:t>1/21/2026</a:t>
            </a:fld>
            <a:endParaRPr lang="en-US"/>
          </a:p>
        </p:txBody>
      </p:sp>
      <p:sp>
        <p:nvSpPr>
          <p:cNvPr id="6" name="Footer Placeholder 5">
            <a:extLst>
              <a:ext uri="{FF2B5EF4-FFF2-40B4-BE49-F238E27FC236}">
                <a16:creationId xmlns:a16="http://schemas.microsoft.com/office/drawing/2014/main" id="{9D2EF41D-6C17-566E-3010-04922194FE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DB36AF-A6BC-051F-16A9-F7C7BC064831}"/>
              </a:ext>
            </a:extLst>
          </p:cNvPr>
          <p:cNvSpPr>
            <a:spLocks noGrp="1"/>
          </p:cNvSpPr>
          <p:nvPr>
            <p:ph type="sldNum" sz="quarter" idx="12"/>
          </p:nvPr>
        </p:nvSpPr>
        <p:spPr/>
        <p:txBody>
          <a:bodyPr/>
          <a:lstStyle/>
          <a:p>
            <a:fld id="{9CA1E048-A542-45BB-81C8-E41220E7BA8E}" type="slidenum">
              <a:rPr lang="en-US" smtClean="0"/>
              <a:t>‹#›</a:t>
            </a:fld>
            <a:endParaRPr lang="en-US"/>
          </a:p>
        </p:txBody>
      </p:sp>
    </p:spTree>
    <p:extLst>
      <p:ext uri="{BB962C8B-B14F-4D97-AF65-F5344CB8AC3E}">
        <p14:creationId xmlns:p14="http://schemas.microsoft.com/office/powerpoint/2010/main" val="2255843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15683-7EA9-7989-79F4-A260C7321E2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E567382-528A-2FE9-A709-8C620C6161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DDD6DA-CF7A-D59E-79CB-B51DAA89F39C}"/>
              </a:ext>
            </a:extLst>
          </p:cNvPr>
          <p:cNvSpPr>
            <a:spLocks noGrp="1"/>
          </p:cNvSpPr>
          <p:nvPr>
            <p:ph type="dt" sz="half" idx="10"/>
          </p:nvPr>
        </p:nvSpPr>
        <p:spPr/>
        <p:txBody>
          <a:bodyPr/>
          <a:lstStyle/>
          <a:p>
            <a:fld id="{ED4F22E3-551A-4B7D-9BA1-87D80C763653}" type="datetimeFigureOut">
              <a:rPr lang="en-US" smtClean="0"/>
              <a:t>1/21/2026</a:t>
            </a:fld>
            <a:endParaRPr lang="en-US"/>
          </a:p>
        </p:txBody>
      </p:sp>
      <p:sp>
        <p:nvSpPr>
          <p:cNvPr id="5" name="Footer Placeholder 4">
            <a:extLst>
              <a:ext uri="{FF2B5EF4-FFF2-40B4-BE49-F238E27FC236}">
                <a16:creationId xmlns:a16="http://schemas.microsoft.com/office/drawing/2014/main" id="{F9A665C7-85BF-0370-596B-F9DA1E4A75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9AE223-C81C-08C4-86FF-4EEC2C83828A}"/>
              </a:ext>
            </a:extLst>
          </p:cNvPr>
          <p:cNvSpPr>
            <a:spLocks noGrp="1"/>
          </p:cNvSpPr>
          <p:nvPr>
            <p:ph type="sldNum" sz="quarter" idx="12"/>
          </p:nvPr>
        </p:nvSpPr>
        <p:spPr/>
        <p:txBody>
          <a:bodyPr/>
          <a:lstStyle/>
          <a:p>
            <a:fld id="{9CA1E048-A542-45BB-81C8-E41220E7BA8E}" type="slidenum">
              <a:rPr lang="en-US" smtClean="0"/>
              <a:t>‹#›</a:t>
            </a:fld>
            <a:endParaRPr lang="en-US"/>
          </a:p>
        </p:txBody>
      </p:sp>
    </p:spTree>
    <p:extLst>
      <p:ext uri="{BB962C8B-B14F-4D97-AF65-F5344CB8AC3E}">
        <p14:creationId xmlns:p14="http://schemas.microsoft.com/office/powerpoint/2010/main" val="3592593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F8BD6F-BBA1-9B59-ABA3-38CC5BCE21B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ADA563F-FB29-7B24-32BF-A0ED8C7C7F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D843BF-B126-CC4F-FAAF-09DFCA00C04F}"/>
              </a:ext>
            </a:extLst>
          </p:cNvPr>
          <p:cNvSpPr>
            <a:spLocks noGrp="1"/>
          </p:cNvSpPr>
          <p:nvPr>
            <p:ph type="dt" sz="half" idx="10"/>
          </p:nvPr>
        </p:nvSpPr>
        <p:spPr/>
        <p:txBody>
          <a:bodyPr/>
          <a:lstStyle/>
          <a:p>
            <a:fld id="{ED4F22E3-551A-4B7D-9BA1-87D80C763653}" type="datetimeFigureOut">
              <a:rPr lang="en-US" smtClean="0"/>
              <a:t>1/21/2026</a:t>
            </a:fld>
            <a:endParaRPr lang="en-US"/>
          </a:p>
        </p:txBody>
      </p:sp>
      <p:sp>
        <p:nvSpPr>
          <p:cNvPr id="5" name="Footer Placeholder 4">
            <a:extLst>
              <a:ext uri="{FF2B5EF4-FFF2-40B4-BE49-F238E27FC236}">
                <a16:creationId xmlns:a16="http://schemas.microsoft.com/office/drawing/2014/main" id="{B5561327-5DDE-4691-9C82-D4E8580F46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C222F8-55F4-0E6B-F181-639C12B82846}"/>
              </a:ext>
            </a:extLst>
          </p:cNvPr>
          <p:cNvSpPr>
            <a:spLocks noGrp="1"/>
          </p:cNvSpPr>
          <p:nvPr>
            <p:ph type="sldNum" sz="quarter" idx="12"/>
          </p:nvPr>
        </p:nvSpPr>
        <p:spPr/>
        <p:txBody>
          <a:bodyPr/>
          <a:lstStyle/>
          <a:p>
            <a:fld id="{9CA1E048-A542-45BB-81C8-E41220E7BA8E}" type="slidenum">
              <a:rPr lang="en-US" smtClean="0"/>
              <a:t>‹#›</a:t>
            </a:fld>
            <a:endParaRPr lang="en-US"/>
          </a:p>
        </p:txBody>
      </p:sp>
    </p:spTree>
    <p:extLst>
      <p:ext uri="{BB962C8B-B14F-4D97-AF65-F5344CB8AC3E}">
        <p14:creationId xmlns:p14="http://schemas.microsoft.com/office/powerpoint/2010/main" val="3102806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E7FE5-5BA0-4C7A-8193-9FF774E34E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5E3303D-6787-8122-0174-C33E52FB0F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2BDA3D-3682-256A-0B99-EE3790659F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D4F22E3-551A-4B7D-9BA1-87D80C763653}" type="datetimeFigureOut">
              <a:rPr lang="en-US" smtClean="0"/>
              <a:t>1/21/2026</a:t>
            </a:fld>
            <a:endParaRPr lang="en-US"/>
          </a:p>
        </p:txBody>
      </p:sp>
      <p:sp>
        <p:nvSpPr>
          <p:cNvPr id="5" name="Footer Placeholder 4">
            <a:extLst>
              <a:ext uri="{FF2B5EF4-FFF2-40B4-BE49-F238E27FC236}">
                <a16:creationId xmlns:a16="http://schemas.microsoft.com/office/drawing/2014/main" id="{63ADCBBE-75A9-9D1D-5B12-7DE127CB33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B0A0F88-535B-A104-85B5-F7067669A1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CA1E048-A542-45BB-81C8-E41220E7BA8E}" type="slidenum">
              <a:rPr lang="en-US" smtClean="0"/>
              <a:t>‹#›</a:t>
            </a:fld>
            <a:endParaRPr lang="en-US"/>
          </a:p>
        </p:txBody>
      </p:sp>
    </p:spTree>
    <p:extLst>
      <p:ext uri="{BB962C8B-B14F-4D97-AF65-F5344CB8AC3E}">
        <p14:creationId xmlns:p14="http://schemas.microsoft.com/office/powerpoint/2010/main" val="1101349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06CD46C-4376-B455-076D-B68D9E4E1CA6}"/>
              </a:ext>
            </a:extLst>
          </p:cNvPr>
          <p:cNvSpPr txBox="1"/>
          <p:nvPr/>
        </p:nvSpPr>
        <p:spPr>
          <a:xfrm>
            <a:off x="-70338" y="-37875"/>
            <a:ext cx="10891640" cy="1477328"/>
          </a:xfrm>
          <a:prstGeom prst="rect">
            <a:avLst/>
          </a:prstGeom>
          <a:noFill/>
        </p:spPr>
        <p:txBody>
          <a:bodyPr wrap="square">
            <a:spAutoFit/>
          </a:bodyPr>
          <a:lstStyle/>
          <a:p>
            <a:r>
              <a:rPr lang="en-US" dirty="0"/>
              <a:t> Why is it necessary to cool the cylinder head covers and cylinder liners and pistons of </a:t>
            </a:r>
          </a:p>
          <a:p>
            <a:r>
              <a:rPr lang="en-US" dirty="0"/>
              <a:t>slow and medium speed engines? </a:t>
            </a:r>
          </a:p>
          <a:p>
            <a:endParaRPr lang="en-US" dirty="0"/>
          </a:p>
          <a:p>
            <a:r>
              <a:rPr lang="en-US" dirty="0"/>
              <a:t>What are the different cooling mediums used for cooling  slow and medium speed Engines explain with reasons? </a:t>
            </a:r>
          </a:p>
        </p:txBody>
      </p:sp>
    </p:spTree>
    <p:extLst>
      <p:ext uri="{BB962C8B-B14F-4D97-AF65-F5344CB8AC3E}">
        <p14:creationId xmlns:p14="http://schemas.microsoft.com/office/powerpoint/2010/main" val="1712133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B9DC941-98F8-3BAF-4096-15F65757DEB9}"/>
              </a:ext>
            </a:extLst>
          </p:cNvPr>
          <p:cNvSpPr txBox="1"/>
          <p:nvPr/>
        </p:nvSpPr>
        <p:spPr>
          <a:xfrm>
            <a:off x="1028024" y="795366"/>
            <a:ext cx="10887335" cy="4247317"/>
          </a:xfrm>
          <a:prstGeom prst="rect">
            <a:avLst/>
          </a:prstGeom>
          <a:noFill/>
        </p:spPr>
        <p:txBody>
          <a:bodyPr wrap="square">
            <a:spAutoFit/>
          </a:bodyPr>
          <a:lstStyle/>
          <a:p>
            <a:r>
              <a:rPr lang="en-US" dirty="0"/>
              <a:t>it is necessary to cool the cylinder head covers and cylinder liners and pistons of </a:t>
            </a:r>
          </a:p>
          <a:p>
            <a:r>
              <a:rPr lang="en-US" dirty="0"/>
              <a:t>slow and medium speed engines </a:t>
            </a:r>
            <a:r>
              <a:rPr lang="en-US" dirty="0" err="1"/>
              <a:t>bcz</a:t>
            </a:r>
            <a:r>
              <a:rPr lang="en-US" dirty="0"/>
              <a:t> </a:t>
            </a:r>
          </a:p>
          <a:p>
            <a:endParaRPr lang="en-US" dirty="0"/>
          </a:p>
          <a:p>
            <a:r>
              <a:rPr lang="en-US" dirty="0"/>
              <a:t>To keep the material of the engine components in the limit of their thermal and mechanical strengths it is necessary to regulate the heat build up in them. Combustion temperatures exceed metal melting points, causing melting, weakening, and distortion (thermal stresses)</a:t>
            </a:r>
          </a:p>
          <a:p>
            <a:endParaRPr lang="en-US" dirty="0"/>
          </a:p>
          <a:p>
            <a:r>
              <a:rPr lang="en-US" dirty="0"/>
              <a:t>Maintain Lubrication: Prevents lubricating oil oxidation, carbon buildup, and breakdown, which causes piston ring sticking and excessive wear (piston seizure).</a:t>
            </a:r>
          </a:p>
          <a:p>
            <a:endParaRPr lang="en-US" dirty="0"/>
          </a:p>
          <a:p>
            <a:r>
              <a:rPr lang="en-US" dirty="0"/>
              <a:t>Control Thermal Expansion: Minimizes temperature differences to prevent component distortion and maintain tight clearances.</a:t>
            </a:r>
          </a:p>
          <a:p>
            <a:endParaRPr lang="en-US" dirty="0"/>
          </a:p>
          <a:p>
            <a:r>
              <a:rPr lang="en-US" dirty="0"/>
              <a:t>Control Piston Temperature: Essential for piston strength, preventing overheating, and ensuring proper ring function</a:t>
            </a:r>
          </a:p>
        </p:txBody>
      </p:sp>
    </p:spTree>
    <p:extLst>
      <p:ext uri="{BB962C8B-B14F-4D97-AF65-F5344CB8AC3E}">
        <p14:creationId xmlns:p14="http://schemas.microsoft.com/office/powerpoint/2010/main" val="2415734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3989A2-D2C7-1E11-EB48-6F5F12DC0E9D}"/>
              </a:ext>
            </a:extLst>
          </p:cNvPr>
          <p:cNvSpPr txBox="1"/>
          <p:nvPr/>
        </p:nvSpPr>
        <p:spPr>
          <a:xfrm>
            <a:off x="163672" y="1423002"/>
            <a:ext cx="11632900" cy="4801314"/>
          </a:xfrm>
          <a:prstGeom prst="rect">
            <a:avLst/>
          </a:prstGeom>
          <a:noFill/>
        </p:spPr>
        <p:txBody>
          <a:bodyPr wrap="square">
            <a:spAutoFit/>
          </a:bodyPr>
          <a:lstStyle/>
          <a:p>
            <a:r>
              <a:rPr lang="en-US" dirty="0"/>
              <a:t>Cooling Mediums &amp; Reasons</a:t>
            </a:r>
          </a:p>
          <a:p>
            <a:r>
              <a:rPr lang="en-US" dirty="0"/>
              <a:t>1. Freshwater (LT - Low Temperature Circuit)</a:t>
            </a:r>
          </a:p>
          <a:p>
            <a:r>
              <a:rPr lang="en-US" dirty="0"/>
              <a:t>Used For: Cylinder liners and heads (jacket cooling).</a:t>
            </a:r>
          </a:p>
          <a:p>
            <a:r>
              <a:rPr lang="en-US" dirty="0"/>
              <a:t>Reasons: High specific heat capacity (absorbs lots of heat), good thermal conductivity, non-corrosive (treated), easily circulated through jackets. </a:t>
            </a:r>
          </a:p>
          <a:p>
            <a:endParaRPr lang="en-US" dirty="0"/>
          </a:p>
          <a:p>
            <a:r>
              <a:rPr lang="en-US" dirty="0"/>
              <a:t>2. Lubricating Oil (LO)</a:t>
            </a:r>
          </a:p>
          <a:p>
            <a:r>
              <a:rPr lang="en-US" dirty="0"/>
              <a:t>Used For: Pistons (especially top/crown</a:t>
            </a:r>
            <a:r>
              <a:rPr lang="en-US"/>
              <a:t>) </a:t>
            </a:r>
          </a:p>
          <a:p>
            <a:r>
              <a:rPr lang="en-US"/>
              <a:t>Reasons</a:t>
            </a:r>
            <a:r>
              <a:rPr lang="en-US" dirty="0"/>
              <a:t>: effective for localized cooling of hot piston crowns, good heat transfer Simpler arrangement.</a:t>
            </a:r>
          </a:p>
          <a:p>
            <a:r>
              <a:rPr lang="en-US" dirty="0"/>
              <a:t>No risk of contamination.</a:t>
            </a:r>
          </a:p>
          <a:p>
            <a:endParaRPr lang="en-US" dirty="0"/>
          </a:p>
          <a:p>
            <a:endParaRPr lang="en-US" dirty="0"/>
          </a:p>
          <a:p>
            <a:r>
              <a:rPr lang="en-US" dirty="0"/>
              <a:t>3. Sea Water </a:t>
            </a:r>
          </a:p>
          <a:p>
            <a:r>
              <a:rPr lang="en-US" dirty="0"/>
              <a:t>Used For: Cooling freshwater circuit (via a cooler) in marine engines, sometimes directly for large engines in air cooler </a:t>
            </a:r>
          </a:p>
          <a:p>
            <a:r>
              <a:rPr lang="en-US" dirty="0"/>
              <a:t>Reasons: Abundant in marine applications, cheap, removes significant heat; however, it's corrosive and requires a closed freshwater circuit for engine internals.</a:t>
            </a:r>
          </a:p>
        </p:txBody>
      </p:sp>
      <p:sp>
        <p:nvSpPr>
          <p:cNvPr id="4" name="TextBox 3">
            <a:extLst>
              <a:ext uri="{FF2B5EF4-FFF2-40B4-BE49-F238E27FC236}">
                <a16:creationId xmlns:a16="http://schemas.microsoft.com/office/drawing/2014/main" id="{7CF683A6-5B31-FF4F-0D75-F05D20AEE814}"/>
              </a:ext>
            </a:extLst>
          </p:cNvPr>
          <p:cNvSpPr txBox="1"/>
          <p:nvPr/>
        </p:nvSpPr>
        <p:spPr>
          <a:xfrm>
            <a:off x="163672" y="493842"/>
            <a:ext cx="10143618" cy="646331"/>
          </a:xfrm>
          <a:prstGeom prst="rect">
            <a:avLst/>
          </a:prstGeom>
          <a:noFill/>
        </p:spPr>
        <p:txBody>
          <a:bodyPr wrap="square">
            <a:spAutoFit/>
          </a:bodyPr>
          <a:lstStyle/>
          <a:p>
            <a:r>
              <a:rPr lang="en-US" dirty="0"/>
              <a:t>What are the different cooling mediums used for cooling  slow and medium speed Engines explain with reasons? </a:t>
            </a:r>
          </a:p>
        </p:txBody>
      </p:sp>
    </p:spTree>
    <p:extLst>
      <p:ext uri="{BB962C8B-B14F-4D97-AF65-F5344CB8AC3E}">
        <p14:creationId xmlns:p14="http://schemas.microsoft.com/office/powerpoint/2010/main" val="15357428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TotalTime>
  <Words>329</Words>
  <Application>Microsoft Office PowerPoint</Application>
  <PresentationFormat>Widescreen</PresentationFormat>
  <Paragraphs>29</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Engineering Unlimited</dc:creator>
  <cp:lastModifiedBy>Engineering Unlimited</cp:lastModifiedBy>
  <cp:revision>2</cp:revision>
  <dcterms:created xsi:type="dcterms:W3CDTF">2026-01-21T05:31:22Z</dcterms:created>
  <dcterms:modified xsi:type="dcterms:W3CDTF">2026-01-21T06:52:40Z</dcterms:modified>
</cp:coreProperties>
</file>